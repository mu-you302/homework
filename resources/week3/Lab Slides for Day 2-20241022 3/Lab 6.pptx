
<file path=[Content_Types].xml><?xml version="1.0" encoding="utf-8"?>
<Types xmlns="http://schemas.openxmlformats.org/package/2006/content-types">
  <Default Extension="jpeg" ContentType="image/jpeg"/>
  <Default Extension="JPG" ContentType="image/.jpg"/>
  <Default Extension="emf" ContentType="image/x-emf"/>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autoCompressPictures="0">
  <p:sldMasterIdLst>
    <p:sldMasterId id="2147483648" r:id="rId1"/>
    <p:sldMasterId id="2147483660" r:id="rId3"/>
  </p:sldMasterIdLst>
  <p:notesMasterIdLst>
    <p:notesMasterId r:id="rId5"/>
  </p:notesMasterIdLst>
  <p:handoutMasterIdLst>
    <p:handoutMasterId r:id="rId27"/>
  </p:handoutMasterIdLst>
  <p:sldIdLst>
    <p:sldId id="256" r:id="rId4"/>
    <p:sldId id="1987" r:id="rId6"/>
    <p:sldId id="1956" r:id="rId7"/>
    <p:sldId id="1991" r:id="rId8"/>
    <p:sldId id="1994" r:id="rId9"/>
    <p:sldId id="1995" r:id="rId10"/>
    <p:sldId id="1990" r:id="rId11"/>
    <p:sldId id="1997" r:id="rId12"/>
    <p:sldId id="1992" r:id="rId13"/>
    <p:sldId id="1998" r:id="rId14"/>
    <p:sldId id="1999" r:id="rId15"/>
    <p:sldId id="2000" r:id="rId16"/>
    <p:sldId id="2001" r:id="rId17"/>
    <p:sldId id="2002" r:id="rId18"/>
    <p:sldId id="1993" r:id="rId19"/>
    <p:sldId id="2003" r:id="rId20"/>
    <p:sldId id="2004" r:id="rId21"/>
    <p:sldId id="2005" r:id="rId22"/>
    <p:sldId id="2006" r:id="rId23"/>
    <p:sldId id="2007" r:id="rId24"/>
    <p:sldId id="2008" r:id="rId25"/>
    <p:sldId id="391" r:id="rId26"/>
  </p:sldIdLst>
  <p:sldSz cx="9144000" cy="5143500" type="screen16x9"/>
  <p:notesSz cx="6845300" cy="9396095"/>
  <p:defaultTextStyle>
    <a:defPPr>
      <a:defRPr lang="en-US"/>
    </a:defPPr>
    <a:lvl1pPr algn="l" rtl="0" fontAlgn="base">
      <a:spcBef>
        <a:spcPct val="0"/>
      </a:spcBef>
      <a:spcAft>
        <a:spcPct val="0"/>
      </a:spcAft>
      <a:defRPr sz="2400" kern="1200">
        <a:solidFill>
          <a:schemeClr val="tx1"/>
        </a:solidFill>
        <a:latin typeface="Lucida Sans" charset="0"/>
        <a:ea typeface="MS PGothic" charset="0"/>
        <a:cs typeface="MS PGothic" charset="0"/>
      </a:defRPr>
    </a:lvl1pPr>
    <a:lvl2pPr marL="457200" algn="l" rtl="0" fontAlgn="base">
      <a:spcBef>
        <a:spcPct val="0"/>
      </a:spcBef>
      <a:spcAft>
        <a:spcPct val="0"/>
      </a:spcAft>
      <a:defRPr sz="2400" kern="1200">
        <a:solidFill>
          <a:schemeClr val="tx1"/>
        </a:solidFill>
        <a:latin typeface="Lucida Sans" charset="0"/>
        <a:ea typeface="MS PGothic" charset="0"/>
        <a:cs typeface="MS PGothic" charset="0"/>
      </a:defRPr>
    </a:lvl2pPr>
    <a:lvl3pPr marL="914400" algn="l" rtl="0" fontAlgn="base">
      <a:spcBef>
        <a:spcPct val="0"/>
      </a:spcBef>
      <a:spcAft>
        <a:spcPct val="0"/>
      </a:spcAft>
      <a:defRPr sz="2400" kern="1200">
        <a:solidFill>
          <a:schemeClr val="tx1"/>
        </a:solidFill>
        <a:latin typeface="Lucida Sans" charset="0"/>
        <a:ea typeface="MS PGothic" charset="0"/>
        <a:cs typeface="MS PGothic" charset="0"/>
      </a:defRPr>
    </a:lvl3pPr>
    <a:lvl4pPr marL="1371600" algn="l" rtl="0" fontAlgn="base">
      <a:spcBef>
        <a:spcPct val="0"/>
      </a:spcBef>
      <a:spcAft>
        <a:spcPct val="0"/>
      </a:spcAft>
      <a:defRPr sz="2400" kern="1200">
        <a:solidFill>
          <a:schemeClr val="tx1"/>
        </a:solidFill>
        <a:latin typeface="Lucida Sans" charset="0"/>
        <a:ea typeface="MS PGothic" charset="0"/>
        <a:cs typeface="MS PGothic" charset="0"/>
      </a:defRPr>
    </a:lvl4pPr>
    <a:lvl5pPr marL="1828800" algn="l" rtl="0" fontAlgn="base">
      <a:spcBef>
        <a:spcPct val="0"/>
      </a:spcBef>
      <a:spcAft>
        <a:spcPct val="0"/>
      </a:spcAft>
      <a:defRPr sz="2400" kern="1200">
        <a:solidFill>
          <a:schemeClr val="tx1"/>
        </a:solidFill>
        <a:latin typeface="Lucida Sans" charset="0"/>
        <a:ea typeface="MS PGothic" charset="0"/>
        <a:cs typeface="MS PGothic" charset="0"/>
      </a:defRPr>
    </a:lvl5pPr>
    <a:lvl6pPr marL="2286000" algn="l" defTabSz="457200" rtl="0" eaLnBrk="1" latinLnBrk="0" hangingPunct="1">
      <a:defRPr sz="2400" kern="1200">
        <a:solidFill>
          <a:schemeClr val="tx1"/>
        </a:solidFill>
        <a:latin typeface="Lucida Sans" charset="0"/>
        <a:ea typeface="MS PGothic" charset="0"/>
        <a:cs typeface="MS PGothic" charset="0"/>
      </a:defRPr>
    </a:lvl6pPr>
    <a:lvl7pPr marL="2743200" algn="l" defTabSz="457200" rtl="0" eaLnBrk="1" latinLnBrk="0" hangingPunct="1">
      <a:defRPr sz="2400" kern="1200">
        <a:solidFill>
          <a:schemeClr val="tx1"/>
        </a:solidFill>
        <a:latin typeface="Lucida Sans" charset="0"/>
        <a:ea typeface="MS PGothic" charset="0"/>
        <a:cs typeface="MS PGothic" charset="0"/>
      </a:defRPr>
    </a:lvl7pPr>
    <a:lvl8pPr marL="3200400" algn="l" defTabSz="457200" rtl="0" eaLnBrk="1" latinLnBrk="0" hangingPunct="1">
      <a:defRPr sz="2400" kern="1200">
        <a:solidFill>
          <a:schemeClr val="tx1"/>
        </a:solidFill>
        <a:latin typeface="Lucida Sans" charset="0"/>
        <a:ea typeface="MS PGothic" charset="0"/>
        <a:cs typeface="MS PGothic" charset="0"/>
      </a:defRPr>
    </a:lvl8pPr>
    <a:lvl9pPr marL="3657600" algn="l" defTabSz="457200" rtl="0" eaLnBrk="1" latinLnBrk="0" hangingPunct="1">
      <a:defRPr sz="2400" kern="1200">
        <a:solidFill>
          <a:schemeClr val="tx1"/>
        </a:solidFill>
        <a:latin typeface="Lucida Sans" charset="0"/>
        <a:ea typeface="MS PGothic" charset="0"/>
        <a:cs typeface="MS PGothic" charset="0"/>
      </a:defRPr>
    </a:lvl9pPr>
  </p:defaultTextStyle>
  <p:extLst>
    <p:ext uri="{EFAFB233-063F-42B5-8137-9DF3F51BA10A}">
      <p15:sldGuideLst xmlns:p15="http://schemas.microsoft.com/office/powerpoint/2012/main">
        <p15:guide id="1" orient="horz" pos="1566"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prnPr/>
  <p:clrMru>
    <a:srgbClr val="0200FF"/>
    <a:srgbClr val="0000CC"/>
    <a:srgbClr val="A4001D"/>
    <a:srgbClr val="000099"/>
    <a:srgbClr val="A40508"/>
    <a:srgbClr val="A50021"/>
    <a:srgbClr val="CC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9199" autoAdjust="0"/>
    <p:restoredTop sz="95865" autoAdjust="0"/>
  </p:normalViewPr>
  <p:slideViewPr>
    <p:cSldViewPr showGuides="1">
      <p:cViewPr varScale="1">
        <p:scale>
          <a:sx n="165" d="100"/>
          <a:sy n="165" d="100"/>
        </p:scale>
        <p:origin x="144" y="38"/>
      </p:cViewPr>
      <p:guideLst>
        <p:guide orient="horz" pos="1566"/>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00" d="100"/>
        <a:sy n="100" d="100"/>
      </p:scale>
      <p:origin x="0" y="0"/>
    </p:cViewPr>
  </p:sorterViewPr>
  <p:notesViewPr>
    <p:cSldViewPr snapToGrid="0" snapToObjects="1">
      <p:cViewPr varScale="1">
        <p:scale>
          <a:sx n="62" d="100"/>
          <a:sy n="62" d="100"/>
        </p:scale>
        <p:origin x="-2224" y="-112"/>
      </p:cViewPr>
      <p:guideLst>
        <p:guide orient="horz" pos="2859"/>
        <p:guide pos="2156"/>
      </p:guideLst>
    </p:cSldViewPr>
  </p:notes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5.xml"/><Relationship Id="rId8" Type="http://schemas.openxmlformats.org/officeDocument/2006/relationships/slide" Target="slides/slide4.xml"/><Relationship Id="rId7" Type="http://schemas.openxmlformats.org/officeDocument/2006/relationships/slide" Target="slides/slide3.xml"/><Relationship Id="rId6" Type="http://schemas.openxmlformats.org/officeDocument/2006/relationships/slide" Target="slides/slide2.xml"/><Relationship Id="rId5" Type="http://schemas.openxmlformats.org/officeDocument/2006/relationships/notesMaster" Target="notesMasters/notesMaster1.xml"/><Relationship Id="rId4" Type="http://schemas.openxmlformats.org/officeDocument/2006/relationships/slide" Target="slides/slide1.xml"/><Relationship Id="rId30" Type="http://schemas.openxmlformats.org/officeDocument/2006/relationships/tableStyles" Target="tableStyles.xml"/><Relationship Id="rId3" Type="http://schemas.openxmlformats.org/officeDocument/2006/relationships/slideMaster" Target="slideMasters/slideMaster2.xml"/><Relationship Id="rId29" Type="http://schemas.openxmlformats.org/officeDocument/2006/relationships/viewProps" Target="viewProps.xml"/><Relationship Id="rId28" Type="http://schemas.openxmlformats.org/officeDocument/2006/relationships/presProps" Target="presProps.xml"/><Relationship Id="rId27" Type="http://schemas.openxmlformats.org/officeDocument/2006/relationships/handoutMaster" Target="handoutMasters/handoutMaster1.xml"/><Relationship Id="rId26" Type="http://schemas.openxmlformats.org/officeDocument/2006/relationships/slide" Target="slides/slide22.xml"/><Relationship Id="rId25" Type="http://schemas.openxmlformats.org/officeDocument/2006/relationships/slide" Target="slides/slide21.xml"/><Relationship Id="rId24" Type="http://schemas.openxmlformats.org/officeDocument/2006/relationships/slide" Target="slides/slide20.xml"/><Relationship Id="rId23" Type="http://schemas.openxmlformats.org/officeDocument/2006/relationships/slide" Target="slides/slide19.xml"/><Relationship Id="rId22" Type="http://schemas.openxmlformats.org/officeDocument/2006/relationships/slide" Target="slides/slide18.xml"/><Relationship Id="rId21" Type="http://schemas.openxmlformats.org/officeDocument/2006/relationships/slide" Target="slides/slide17.xml"/><Relationship Id="rId20" Type="http://schemas.openxmlformats.org/officeDocument/2006/relationships/slide" Target="slides/slide16.xml"/><Relationship Id="rId2" Type="http://schemas.openxmlformats.org/officeDocument/2006/relationships/theme" Target="theme/theme1.xml"/><Relationship Id="rId19" Type="http://schemas.openxmlformats.org/officeDocument/2006/relationships/slide" Target="slides/slide15.xml"/><Relationship Id="rId18" Type="http://schemas.openxmlformats.org/officeDocument/2006/relationships/slide" Target="slides/slide14.xml"/><Relationship Id="rId17" Type="http://schemas.openxmlformats.org/officeDocument/2006/relationships/slide" Target="slides/slide13.xml"/><Relationship Id="rId16" Type="http://schemas.openxmlformats.org/officeDocument/2006/relationships/slide" Target="slides/slide12.xml"/><Relationship Id="rId15" Type="http://schemas.openxmlformats.org/officeDocument/2006/relationships/slide" Target="slides/slide11.xml"/><Relationship Id="rId14" Type="http://schemas.openxmlformats.org/officeDocument/2006/relationships/slide" Target="slides/slide10.xml"/><Relationship Id="rId13" Type="http://schemas.openxmlformats.org/officeDocument/2006/relationships/slide" Target="slides/slide9.xml"/><Relationship Id="rId12" Type="http://schemas.openxmlformats.org/officeDocument/2006/relationships/slide" Target="slides/slide8.xml"/><Relationship Id="rId11" Type="http://schemas.openxmlformats.org/officeDocument/2006/relationships/slide" Target="slides/slide7.xml"/><Relationship Id="rId10" Type="http://schemas.openxmlformats.org/officeDocument/2006/relationships/slide" Target="slides/slide6.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7282" name="Rectangle 2"/>
          <p:cNvSpPr>
            <a:spLocks noGrp="1" noChangeArrowheads="1"/>
          </p:cNvSpPr>
          <p:nvPr>
            <p:ph type="hdr" sz="quarter"/>
          </p:nvPr>
        </p:nvSpPr>
        <p:spPr bwMode="auto">
          <a:xfrm>
            <a:off x="0" y="0"/>
            <a:ext cx="2967038" cy="469900"/>
          </a:xfrm>
          <a:prstGeom prst="rect">
            <a:avLst/>
          </a:prstGeom>
          <a:noFill/>
          <a:ln w="9525">
            <a:noFill/>
            <a:miter lim="800000"/>
          </a:ln>
          <a:effectLst/>
        </p:spPr>
        <p:txBody>
          <a:bodyPr vert="horz" wrap="square" lIns="91440" tIns="45720" rIns="91440" bIns="45720" numCol="1" anchor="t" anchorCtr="0" compatLnSpc="1"/>
          <a:lstStyle>
            <a:lvl1pPr>
              <a:defRPr sz="1200">
                <a:latin typeface="Tahoma" panose="020B0604030504040204" charset="0"/>
                <a:ea typeface="+mn-ea"/>
                <a:cs typeface="+mn-cs"/>
              </a:defRPr>
            </a:lvl1pPr>
          </a:lstStyle>
          <a:p>
            <a:pPr>
              <a:defRPr/>
            </a:pPr>
            <a:endParaRPr lang="en-US"/>
          </a:p>
        </p:txBody>
      </p:sp>
      <p:sp>
        <p:nvSpPr>
          <p:cNvPr id="97283" name="Rectangle 3"/>
          <p:cNvSpPr>
            <a:spLocks noGrp="1" noChangeArrowheads="1"/>
          </p:cNvSpPr>
          <p:nvPr>
            <p:ph type="dt" sz="quarter" idx="1"/>
          </p:nvPr>
        </p:nvSpPr>
        <p:spPr bwMode="auto">
          <a:xfrm>
            <a:off x="3878263" y="0"/>
            <a:ext cx="2967037" cy="469900"/>
          </a:xfrm>
          <a:prstGeom prst="rect">
            <a:avLst/>
          </a:prstGeom>
          <a:noFill/>
          <a:ln w="9525">
            <a:noFill/>
            <a:miter lim="800000"/>
          </a:ln>
          <a:effectLst/>
        </p:spPr>
        <p:txBody>
          <a:bodyPr vert="horz" wrap="square" lIns="91440" tIns="45720" rIns="91440" bIns="45720" numCol="1" anchor="t" anchorCtr="0" compatLnSpc="1"/>
          <a:lstStyle>
            <a:lvl1pPr algn="r">
              <a:defRPr sz="1200">
                <a:latin typeface="Tahoma" panose="020B0604030504040204" charset="0"/>
                <a:ea typeface="+mn-ea"/>
                <a:cs typeface="+mn-cs"/>
              </a:defRPr>
            </a:lvl1pPr>
          </a:lstStyle>
          <a:p>
            <a:pPr>
              <a:defRPr/>
            </a:pPr>
            <a:endParaRPr lang="en-US"/>
          </a:p>
        </p:txBody>
      </p:sp>
      <p:sp>
        <p:nvSpPr>
          <p:cNvPr id="97284" name="Rectangle 4"/>
          <p:cNvSpPr>
            <a:spLocks noGrp="1" noChangeArrowheads="1"/>
          </p:cNvSpPr>
          <p:nvPr>
            <p:ph type="ftr" sz="quarter" idx="2"/>
          </p:nvPr>
        </p:nvSpPr>
        <p:spPr bwMode="auto">
          <a:xfrm>
            <a:off x="0" y="8926513"/>
            <a:ext cx="2967038" cy="469900"/>
          </a:xfrm>
          <a:prstGeom prst="rect">
            <a:avLst/>
          </a:prstGeom>
          <a:noFill/>
          <a:ln w="9525">
            <a:noFill/>
            <a:miter lim="800000"/>
          </a:ln>
          <a:effectLst/>
        </p:spPr>
        <p:txBody>
          <a:bodyPr vert="horz" wrap="square" lIns="91440" tIns="45720" rIns="91440" bIns="45720" numCol="1" anchor="b" anchorCtr="0" compatLnSpc="1"/>
          <a:lstStyle>
            <a:lvl1pPr>
              <a:defRPr sz="1200">
                <a:latin typeface="Tahoma" panose="020B0604030504040204" charset="0"/>
                <a:ea typeface="+mn-ea"/>
                <a:cs typeface="+mn-cs"/>
              </a:defRPr>
            </a:lvl1pPr>
          </a:lstStyle>
          <a:p>
            <a:pPr>
              <a:defRPr/>
            </a:pPr>
            <a:endParaRPr lang="en-US"/>
          </a:p>
        </p:txBody>
      </p:sp>
      <p:sp>
        <p:nvSpPr>
          <p:cNvPr id="97285" name="Rectangle 5"/>
          <p:cNvSpPr>
            <a:spLocks noGrp="1" noChangeArrowheads="1"/>
          </p:cNvSpPr>
          <p:nvPr>
            <p:ph type="sldNum" sz="quarter" idx="3"/>
          </p:nvPr>
        </p:nvSpPr>
        <p:spPr bwMode="auto">
          <a:xfrm>
            <a:off x="3878263" y="8926513"/>
            <a:ext cx="2967037" cy="469900"/>
          </a:xfrm>
          <a:prstGeom prst="rect">
            <a:avLst/>
          </a:prstGeom>
          <a:noFill/>
          <a:ln w="9525">
            <a:noFill/>
            <a:miter lim="800000"/>
          </a:ln>
          <a:effectLst/>
        </p:spPr>
        <p:txBody>
          <a:bodyPr vert="horz" wrap="square" lIns="91440" tIns="45720" rIns="91440" bIns="45720" numCol="1" anchor="b" anchorCtr="0" compatLnSpc="1"/>
          <a:lstStyle>
            <a:lvl1pPr algn="r">
              <a:defRPr sz="1200">
                <a:latin typeface="Tahoma" panose="020B0604030504040204" charset="0"/>
              </a:defRPr>
            </a:lvl1pPr>
          </a:lstStyle>
          <a:p>
            <a:fld id="{8A029216-D615-3945-A1F3-D96FC886DA62}" type="slidenum">
              <a:rPr lang="en-US"/>
            </a:fld>
            <a:endParaRPr lang="en-US"/>
          </a:p>
        </p:txBody>
      </p:sp>
    </p:spTree>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20834" name="Rectangle 2"/>
          <p:cNvSpPr>
            <a:spLocks noGrp="1" noChangeArrowheads="1"/>
          </p:cNvSpPr>
          <p:nvPr>
            <p:ph type="hdr" sz="quarter"/>
          </p:nvPr>
        </p:nvSpPr>
        <p:spPr bwMode="auto">
          <a:xfrm>
            <a:off x="0" y="0"/>
            <a:ext cx="2967038" cy="469900"/>
          </a:xfrm>
          <a:prstGeom prst="rect">
            <a:avLst/>
          </a:prstGeom>
          <a:noFill/>
          <a:ln w="9525">
            <a:noFill/>
            <a:miter lim="800000"/>
          </a:ln>
          <a:effectLst/>
        </p:spPr>
        <p:txBody>
          <a:bodyPr vert="horz" wrap="square" lIns="91440" tIns="45720" rIns="91440" bIns="45720" numCol="1" anchor="t" anchorCtr="0" compatLnSpc="1"/>
          <a:lstStyle>
            <a:lvl1pPr>
              <a:defRPr sz="1200">
                <a:ea typeface="+mn-ea"/>
                <a:cs typeface="+mn-cs"/>
              </a:defRPr>
            </a:lvl1pPr>
          </a:lstStyle>
          <a:p>
            <a:pPr>
              <a:defRPr/>
            </a:pPr>
            <a:endParaRPr lang="en-US"/>
          </a:p>
        </p:txBody>
      </p:sp>
      <p:sp>
        <p:nvSpPr>
          <p:cNvPr id="120835" name="Rectangle 3"/>
          <p:cNvSpPr>
            <a:spLocks noGrp="1" noChangeArrowheads="1"/>
          </p:cNvSpPr>
          <p:nvPr>
            <p:ph type="dt" idx="1"/>
          </p:nvPr>
        </p:nvSpPr>
        <p:spPr bwMode="auto">
          <a:xfrm>
            <a:off x="3878263" y="0"/>
            <a:ext cx="2967037" cy="469900"/>
          </a:xfrm>
          <a:prstGeom prst="rect">
            <a:avLst/>
          </a:prstGeom>
          <a:noFill/>
          <a:ln w="9525">
            <a:noFill/>
            <a:miter lim="800000"/>
          </a:ln>
          <a:effectLst/>
        </p:spPr>
        <p:txBody>
          <a:bodyPr vert="horz" wrap="square" lIns="91440" tIns="45720" rIns="91440" bIns="45720" numCol="1" anchor="t" anchorCtr="0" compatLnSpc="1"/>
          <a:lstStyle>
            <a:lvl1pPr algn="r">
              <a:defRPr sz="1200">
                <a:ea typeface="+mn-ea"/>
                <a:cs typeface="+mn-cs"/>
              </a:defRPr>
            </a:lvl1pPr>
          </a:lstStyle>
          <a:p>
            <a:pPr>
              <a:defRPr/>
            </a:pPr>
            <a:endParaRPr lang="en-US"/>
          </a:p>
        </p:txBody>
      </p:sp>
      <p:sp>
        <p:nvSpPr>
          <p:cNvPr id="15364" name="Rectangle 4"/>
          <p:cNvSpPr>
            <a:spLocks noGrp="1" noRot="1" noChangeAspect="1" noChangeArrowheads="1" noTextEdit="1"/>
          </p:cNvSpPr>
          <p:nvPr>
            <p:ph type="sldImg" idx="2"/>
          </p:nvPr>
        </p:nvSpPr>
        <p:spPr bwMode="auto">
          <a:xfrm>
            <a:off x="290513" y="704850"/>
            <a:ext cx="6264275" cy="3524250"/>
          </a:xfrm>
          <a:prstGeom prst="rect">
            <a:avLst/>
          </a:prstGeom>
          <a:noFill/>
          <a:ln w="9525">
            <a:solidFill>
              <a:srgbClr val="000000"/>
            </a:solidFill>
            <a:miter lim="800000"/>
          </a:ln>
        </p:spPr>
      </p:sp>
      <p:sp>
        <p:nvSpPr>
          <p:cNvPr id="120837" name="Rectangle 5"/>
          <p:cNvSpPr>
            <a:spLocks noGrp="1" noChangeArrowheads="1"/>
          </p:cNvSpPr>
          <p:nvPr>
            <p:ph type="body" sz="quarter" idx="3"/>
          </p:nvPr>
        </p:nvSpPr>
        <p:spPr bwMode="auto">
          <a:xfrm>
            <a:off x="912813" y="4464050"/>
            <a:ext cx="5019675" cy="4227513"/>
          </a:xfrm>
          <a:prstGeom prst="rect">
            <a:avLst/>
          </a:prstGeom>
          <a:noFill/>
          <a:ln w="9525">
            <a:noFill/>
            <a:miter lim="800000"/>
          </a:ln>
          <a:effectLst/>
        </p:spPr>
        <p:txBody>
          <a:bodyPr vert="horz" wrap="square" lIns="91440" tIns="45720" rIns="91440" bIns="45720" numCol="1" anchor="t" anchorCtr="0" compatLnSpc="1"/>
          <a:lstStyle/>
          <a:p>
            <a:pPr lvl="0"/>
            <a:r>
              <a:rPr lang="en-US" noProof="0"/>
              <a:t>Click to edit Master text styles</a:t>
            </a:r>
            <a:endParaRPr lang="en-US" noProof="0"/>
          </a:p>
          <a:p>
            <a:pPr lvl="1"/>
            <a:r>
              <a:rPr lang="en-US" noProof="0"/>
              <a:t>Second level</a:t>
            </a:r>
            <a:endParaRPr lang="en-US" noProof="0"/>
          </a:p>
          <a:p>
            <a:pPr lvl="2"/>
            <a:r>
              <a:rPr lang="en-US" noProof="0"/>
              <a:t>Third level</a:t>
            </a:r>
            <a:endParaRPr lang="en-US" noProof="0"/>
          </a:p>
          <a:p>
            <a:pPr lvl="3"/>
            <a:r>
              <a:rPr lang="en-US" noProof="0"/>
              <a:t>Fourth level</a:t>
            </a:r>
            <a:endParaRPr lang="en-US" noProof="0"/>
          </a:p>
          <a:p>
            <a:pPr lvl="4"/>
            <a:r>
              <a:rPr lang="en-US" noProof="0"/>
              <a:t>Fifth level</a:t>
            </a:r>
            <a:endParaRPr lang="en-US" noProof="0"/>
          </a:p>
        </p:txBody>
      </p:sp>
      <p:sp>
        <p:nvSpPr>
          <p:cNvPr id="120838" name="Rectangle 6"/>
          <p:cNvSpPr>
            <a:spLocks noGrp="1" noChangeArrowheads="1"/>
          </p:cNvSpPr>
          <p:nvPr>
            <p:ph type="ftr" sz="quarter" idx="4"/>
          </p:nvPr>
        </p:nvSpPr>
        <p:spPr bwMode="auto">
          <a:xfrm>
            <a:off x="0" y="8926513"/>
            <a:ext cx="2967038" cy="469900"/>
          </a:xfrm>
          <a:prstGeom prst="rect">
            <a:avLst/>
          </a:prstGeom>
          <a:noFill/>
          <a:ln w="9525">
            <a:noFill/>
            <a:miter lim="800000"/>
          </a:ln>
          <a:effectLst/>
        </p:spPr>
        <p:txBody>
          <a:bodyPr vert="horz" wrap="square" lIns="91440" tIns="45720" rIns="91440" bIns="45720" numCol="1" anchor="b" anchorCtr="0" compatLnSpc="1"/>
          <a:lstStyle>
            <a:lvl1pPr>
              <a:defRPr sz="1200">
                <a:ea typeface="+mn-ea"/>
                <a:cs typeface="+mn-cs"/>
              </a:defRPr>
            </a:lvl1pPr>
          </a:lstStyle>
          <a:p>
            <a:pPr>
              <a:defRPr/>
            </a:pPr>
            <a:endParaRPr lang="en-US"/>
          </a:p>
        </p:txBody>
      </p:sp>
      <p:sp>
        <p:nvSpPr>
          <p:cNvPr id="120839" name="Rectangle 7"/>
          <p:cNvSpPr>
            <a:spLocks noGrp="1" noChangeArrowheads="1"/>
          </p:cNvSpPr>
          <p:nvPr>
            <p:ph type="sldNum" sz="quarter" idx="5"/>
          </p:nvPr>
        </p:nvSpPr>
        <p:spPr bwMode="auto">
          <a:xfrm>
            <a:off x="3878263" y="8926513"/>
            <a:ext cx="2967037" cy="469900"/>
          </a:xfrm>
          <a:prstGeom prst="rect">
            <a:avLst/>
          </a:prstGeom>
          <a:noFill/>
          <a:ln w="9525">
            <a:noFill/>
            <a:miter lim="800000"/>
          </a:ln>
          <a:effectLst/>
        </p:spPr>
        <p:txBody>
          <a:bodyPr vert="horz" wrap="square" lIns="91440" tIns="45720" rIns="91440" bIns="45720" numCol="1" anchor="b" anchorCtr="0" compatLnSpc="1"/>
          <a:lstStyle>
            <a:lvl1pPr algn="r">
              <a:defRPr sz="1200"/>
            </a:lvl1pPr>
          </a:lstStyle>
          <a:p>
            <a:fld id="{3EB9031F-EB71-7642-8F3C-6FDC1408CB92}" type="slidenum">
              <a:rPr lang="en-US"/>
            </a:fld>
            <a:endParaRPr lang="en-US"/>
          </a:p>
        </p:txBody>
      </p:sp>
    </p:spTree>
  </p:cSld>
  <p:clrMap bg1="lt1" tx1="dk1" bg2="lt2" tx2="dk2" accent1="accent1" accent2="accent2" accent3="accent3" accent4="accent4" accent5="accent5" accent6="accent6" hlink="hlink" folHlink="folHlink"/>
  <p:hf hdr="0" ftr="0" dt="0"/>
  <p:notesStyle>
    <a:lvl1pPr algn="l" rtl="0" eaLnBrk="0" fontAlgn="base" hangingPunct="0">
      <a:spcBef>
        <a:spcPct val="30000"/>
      </a:spcBef>
      <a:spcAft>
        <a:spcPct val="0"/>
      </a:spcAft>
      <a:defRPr kumimoji="1" sz="1200" kern="1200">
        <a:solidFill>
          <a:schemeClr val="tx1"/>
        </a:solidFill>
        <a:latin typeface="Arial" panose="020B0604020202090204" pitchFamily="34" charset="0"/>
        <a:ea typeface="MS PGothic" pitchFamily="-65" charset="-128"/>
        <a:cs typeface="MS PGothic" pitchFamily="-65" charset="-128"/>
      </a:defRPr>
    </a:lvl1pPr>
    <a:lvl2pPr marL="457200" algn="l" rtl="0" eaLnBrk="0" fontAlgn="base" hangingPunct="0">
      <a:spcBef>
        <a:spcPct val="30000"/>
      </a:spcBef>
      <a:spcAft>
        <a:spcPct val="0"/>
      </a:spcAft>
      <a:defRPr kumimoji="1" sz="1200" kern="1200">
        <a:solidFill>
          <a:schemeClr val="tx1"/>
        </a:solidFill>
        <a:latin typeface="Arial" panose="020B0604020202090204" pitchFamily="34" charset="0"/>
        <a:ea typeface="MS PGothic" pitchFamily="-65" charset="-128"/>
        <a:cs typeface="+mn-cs"/>
      </a:defRPr>
    </a:lvl2pPr>
    <a:lvl3pPr marL="914400" algn="l" rtl="0" eaLnBrk="0" fontAlgn="base" hangingPunct="0">
      <a:spcBef>
        <a:spcPct val="30000"/>
      </a:spcBef>
      <a:spcAft>
        <a:spcPct val="0"/>
      </a:spcAft>
      <a:defRPr kumimoji="1" sz="1200" kern="1200">
        <a:solidFill>
          <a:schemeClr val="tx1"/>
        </a:solidFill>
        <a:latin typeface="Arial" panose="020B0604020202090204" pitchFamily="34" charset="0"/>
        <a:ea typeface="MS PGothic" pitchFamily="-65" charset="-128"/>
        <a:cs typeface="+mn-cs"/>
      </a:defRPr>
    </a:lvl3pPr>
    <a:lvl4pPr marL="1371600" algn="l" rtl="0" eaLnBrk="0" fontAlgn="base" hangingPunct="0">
      <a:spcBef>
        <a:spcPct val="30000"/>
      </a:spcBef>
      <a:spcAft>
        <a:spcPct val="0"/>
      </a:spcAft>
      <a:defRPr kumimoji="1" sz="1200" kern="1200">
        <a:solidFill>
          <a:schemeClr val="tx1"/>
        </a:solidFill>
        <a:latin typeface="Arial" panose="020B0604020202090204" pitchFamily="34" charset="0"/>
        <a:ea typeface="MS PGothic" pitchFamily="-65" charset="-128"/>
        <a:cs typeface="+mn-cs"/>
      </a:defRPr>
    </a:lvl4pPr>
    <a:lvl5pPr marL="1828800" algn="l" rtl="0" eaLnBrk="0" fontAlgn="base" hangingPunct="0">
      <a:spcBef>
        <a:spcPct val="30000"/>
      </a:spcBef>
      <a:spcAft>
        <a:spcPct val="0"/>
      </a:spcAft>
      <a:defRPr kumimoji="1" sz="1200" kern="1200">
        <a:solidFill>
          <a:schemeClr val="tx1"/>
        </a:solidFill>
        <a:latin typeface="Arial" panose="020B0604020202090204" pitchFamily="34" charset="0"/>
        <a:ea typeface="MS PGothic" pitchFamily="-65" charset="-128"/>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English Title:</a:t>
            </a:r>
            <a:r>
              <a:rPr lang="en-US" baseline="0" dirty="0"/>
              <a:t> Uppercase, Calibri size 60, XJTLU Navy</a:t>
            </a:r>
            <a:endParaRPr lang="en-US" baseline="0" dirty="0"/>
          </a:p>
          <a:p>
            <a:r>
              <a:rPr lang="en-US" baseline="0" dirty="0"/>
              <a:t>English Subtitle: Uppercase, Calibri size 36, XJTLU Navy</a:t>
            </a:r>
            <a:endParaRPr lang="en-US" baseline="0" dirty="0"/>
          </a:p>
        </p:txBody>
      </p:sp>
      <p:sp>
        <p:nvSpPr>
          <p:cNvPr id="4" name="Slide Number Placeholder 3"/>
          <p:cNvSpPr>
            <a:spLocks noGrp="1"/>
          </p:cNvSpPr>
          <p:nvPr>
            <p:ph type="sldNum" sz="quarter" idx="10"/>
          </p:nvPr>
        </p:nvSpPr>
        <p:spPr/>
        <p:txBody>
          <a:bodyPr/>
          <a:lstStyle/>
          <a:p>
            <a:fld id="{5CF7EA8C-4442-2B43-BEFB-AB7F822E7733}" type="slidenum">
              <a:rPr lang="en-US" smtClean="0"/>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Title:</a:t>
            </a:r>
            <a:r>
              <a:rPr lang="en-US" baseline="0" dirty="0"/>
              <a:t> Uppercase, Calibri size 60, XJTLU Navy</a:t>
            </a:r>
            <a:endParaRPr lang="en-US" baseline="0" dirty="0"/>
          </a:p>
        </p:txBody>
      </p:sp>
      <p:sp>
        <p:nvSpPr>
          <p:cNvPr id="4" name="Slide Number Placeholder 3"/>
          <p:cNvSpPr>
            <a:spLocks noGrp="1"/>
          </p:cNvSpPr>
          <p:nvPr>
            <p:ph type="sldNum" sz="quarter" idx="10"/>
          </p:nvPr>
        </p:nvSpPr>
        <p:spPr/>
        <p:txBody>
          <a:bodyPr/>
          <a:lstStyle/>
          <a:p>
            <a:fld id="{5CF7EA8C-4442-2B43-BEFB-AB7F822E7733}" type="slidenum">
              <a:rPr lang="en-US" smtClean="0"/>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showMasterSp="0">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822960" y="569214"/>
            <a:ext cx="7543800" cy="2674620"/>
          </a:xfrm>
        </p:spPr>
        <p:txBody>
          <a:bodyPr anchor="b">
            <a:normAutofit/>
          </a:bodyPr>
          <a:lstStyle>
            <a:lvl1pPr algn="l">
              <a:lnSpc>
                <a:spcPct val="85000"/>
              </a:lnSpc>
              <a:defRPr sz="6000" spc="-38"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825038" y="3341716"/>
            <a:ext cx="7543800" cy="857250"/>
          </a:xfrm>
        </p:spPr>
        <p:txBody>
          <a:bodyPr lIns="91440" rIns="91440">
            <a:normAutofit/>
          </a:bodyPr>
          <a:lstStyle>
            <a:lvl1pPr marL="0" indent="0" algn="l">
              <a:buNone/>
              <a:defRPr sz="1800" cap="all" spc="150" baseline="0">
                <a:solidFill>
                  <a:schemeClr val="tx2"/>
                </a:solidFill>
                <a:latin typeface="+mj-lt"/>
              </a:defRPr>
            </a:lvl1pPr>
            <a:lvl2pPr marL="342900" indent="0" algn="ctr">
              <a:buNone/>
              <a:defRPr sz="1800"/>
            </a:lvl2pPr>
            <a:lvl3pPr marL="685800" indent="0" algn="ctr">
              <a:buNone/>
              <a:defRPr sz="1800"/>
            </a:lvl3pPr>
            <a:lvl4pPr marL="1028700" indent="0" algn="ctr">
              <a:buNone/>
              <a:defRPr sz="1500"/>
            </a:lvl4pPr>
            <a:lvl5pPr marL="1371600" indent="0" algn="ctr">
              <a:buNone/>
              <a:defRPr sz="1500"/>
            </a:lvl5pPr>
            <a:lvl6pPr marL="1714500" indent="0" algn="ctr">
              <a:buNone/>
              <a:defRPr sz="1500"/>
            </a:lvl6pPr>
            <a:lvl7pPr marL="2057400" indent="0" algn="ctr">
              <a:buNone/>
              <a:defRPr sz="1500"/>
            </a:lvl7pPr>
            <a:lvl8pPr marL="2400300" indent="0" algn="ctr">
              <a:buNone/>
              <a:defRPr sz="1500"/>
            </a:lvl8pPr>
            <a:lvl9pPr marL="2743200" indent="0" algn="ctr">
              <a:buNone/>
              <a:defRPr sz="15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pPr>
              <a:defRPr/>
            </a:pPr>
            <a:endParaRPr lang="en-US" dirty="0"/>
          </a:p>
        </p:txBody>
      </p:sp>
      <p:sp>
        <p:nvSpPr>
          <p:cNvPr id="5" name="Footer Placeholder 4"/>
          <p:cNvSpPr>
            <a:spLocks noGrp="1"/>
          </p:cNvSpPr>
          <p:nvPr>
            <p:ph type="ftr" sz="quarter" idx="11"/>
          </p:nvPr>
        </p:nvSpPr>
        <p:spPr/>
        <p:txBody>
          <a:bodyPr/>
          <a:lstStyle/>
          <a:p>
            <a:pPr>
              <a:defRPr/>
            </a:pPr>
            <a:endParaRPr lang="en-US" dirty="0"/>
          </a:p>
        </p:txBody>
      </p:sp>
      <p:sp>
        <p:nvSpPr>
          <p:cNvPr id="6" name="Slide Number Placeholder 5"/>
          <p:cNvSpPr>
            <a:spLocks noGrp="1"/>
          </p:cNvSpPr>
          <p:nvPr>
            <p:ph type="sldNum" sz="quarter" idx="12"/>
          </p:nvPr>
        </p:nvSpPr>
        <p:spPr/>
        <p:txBody>
          <a:bodyPr/>
          <a:lstStyle/>
          <a:p>
            <a:fld id="{E74C7FEE-6B48-4643-BCFB-F13B0E13E171}" type="slidenum">
              <a:rPr lang="en-US" smtClean="0"/>
            </a:fld>
            <a:endParaRPr lang="en-US" dirty="0"/>
          </a:p>
        </p:txBody>
      </p:sp>
      <p:sp>
        <p:nvSpPr>
          <p:cNvPr id="11" name="Rectangle 10"/>
          <p:cNvSpPr/>
          <p:nvPr/>
        </p:nvSpPr>
        <p:spPr>
          <a:xfrm rot="16200000">
            <a:off x="-2549264" y="2474314"/>
            <a:ext cx="5143502" cy="19487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2" name="Rectangle 11"/>
          <p:cNvSpPr/>
          <p:nvPr/>
        </p:nvSpPr>
        <p:spPr>
          <a:xfrm rot="16200000" flipV="1">
            <a:off x="-2442604" y="2560132"/>
            <a:ext cx="5143502" cy="4571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822960" y="214953"/>
            <a:ext cx="7543800" cy="726329"/>
          </a:xfrm>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Date Placeholder 3"/>
          <p:cNvSpPr>
            <a:spLocks noGrp="1"/>
          </p:cNvSpPr>
          <p:nvPr>
            <p:ph type="dt" sz="half" idx="10"/>
          </p:nvPr>
        </p:nvSpPr>
        <p:spPr/>
        <p:txBody>
          <a:bodyPr/>
          <a:lstStyle/>
          <a:p>
            <a:fld id="{240CDC23-E565-C848-9AF6-12BD09C53D91}"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07771B2-D7F7-364E-B6F3-F7FE93606BCE}"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showMasterSp="0">
  <p:cSld name="Section Header">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822960" y="569214"/>
            <a:ext cx="7543800" cy="2674620"/>
          </a:xfrm>
        </p:spPr>
        <p:txBody>
          <a:bodyPr anchor="b" anchorCtr="0">
            <a:normAutofit/>
          </a:bodyPr>
          <a:lstStyle>
            <a:lvl1pPr>
              <a:lnSpc>
                <a:spcPct val="85000"/>
              </a:lnSpc>
              <a:defRPr sz="6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822960" y="3339846"/>
            <a:ext cx="7543800" cy="857250"/>
          </a:xfrm>
        </p:spPr>
        <p:txBody>
          <a:bodyPr lIns="91440" rIns="91440" anchor="t" anchorCtr="0">
            <a:normAutofit/>
          </a:bodyPr>
          <a:lstStyle>
            <a:lvl1pPr marL="0" indent="0">
              <a:buNone/>
              <a:defRPr sz="1800" cap="all" spc="150" baseline="0">
                <a:solidFill>
                  <a:schemeClr val="tx2"/>
                </a:solidFill>
                <a:latin typeface="+mj-lt"/>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p:txBody>
          <a:bodyPr/>
          <a:lstStyle/>
          <a:p>
            <a:fld id="{240CDC23-E565-C848-9AF6-12BD09C53D91}"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07771B2-D7F7-364E-B6F3-F7FE93606BCE}" type="slidenum">
              <a:rPr lang="en-US" smtClean="0"/>
            </a:fld>
            <a:endParaRPr lang="en-US"/>
          </a:p>
        </p:txBody>
      </p:sp>
      <p:cxnSp>
        <p:nvCxnSpPr>
          <p:cNvPr id="9" name="Straight Connector 8"/>
          <p:cNvCxnSpPr/>
          <p:nvPr/>
        </p:nvCxnSpPr>
        <p:spPr>
          <a:xfrm>
            <a:off x="905744" y="3257550"/>
            <a:ext cx="740664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10" name="Rectangle 9"/>
          <p:cNvSpPr/>
          <p:nvPr/>
        </p:nvSpPr>
        <p:spPr>
          <a:xfrm rot="16200000">
            <a:off x="-2556759" y="2481809"/>
            <a:ext cx="5143502" cy="17988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Rectangle 10"/>
          <p:cNvSpPr/>
          <p:nvPr/>
        </p:nvSpPr>
        <p:spPr>
          <a:xfrm rot="16200000" flipV="1">
            <a:off x="-2472584" y="2548889"/>
            <a:ext cx="5143502" cy="4571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822960" y="214953"/>
            <a:ext cx="7543800" cy="1088068"/>
          </a:xfrm>
        </p:spPr>
        <p:txBody>
          <a:bodyPr/>
          <a:lstStyle/>
          <a:p>
            <a:r>
              <a:rPr lang="en-US"/>
              <a:t>Click to edit Master title style</a:t>
            </a:r>
            <a:endParaRPr lang="en-US" dirty="0"/>
          </a:p>
        </p:txBody>
      </p:sp>
      <p:sp>
        <p:nvSpPr>
          <p:cNvPr id="3" name="Content Placeholder 2"/>
          <p:cNvSpPr>
            <a:spLocks noGrp="1"/>
          </p:cNvSpPr>
          <p:nvPr>
            <p:ph sz="half" idx="1"/>
          </p:nvPr>
        </p:nvSpPr>
        <p:spPr>
          <a:xfrm>
            <a:off x="822960" y="1384301"/>
            <a:ext cx="3703320" cy="3017520"/>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Content Placeholder 3"/>
          <p:cNvSpPr>
            <a:spLocks noGrp="1"/>
          </p:cNvSpPr>
          <p:nvPr>
            <p:ph sz="half" idx="2"/>
          </p:nvPr>
        </p:nvSpPr>
        <p:spPr>
          <a:xfrm>
            <a:off x="4663440" y="1384303"/>
            <a:ext cx="3703320" cy="3017519"/>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5" name="Date Placeholder 4"/>
          <p:cNvSpPr>
            <a:spLocks noGrp="1"/>
          </p:cNvSpPr>
          <p:nvPr>
            <p:ph type="dt" sz="half" idx="10"/>
          </p:nvPr>
        </p:nvSpPr>
        <p:spPr/>
        <p:txBody>
          <a:bodyPr/>
          <a:lstStyle/>
          <a:p>
            <a:fld id="{240CDC23-E565-C848-9AF6-12BD09C53D91}"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07771B2-D7F7-364E-B6F3-F7FE93606BCE}"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822960" y="214953"/>
            <a:ext cx="7543800" cy="1088068"/>
          </a:xfrm>
        </p:spPr>
        <p:txBody>
          <a:bodyPr/>
          <a:lstStyle/>
          <a:p>
            <a:r>
              <a:rPr lang="en-US"/>
              <a:t>Click to edit Master title style</a:t>
            </a:r>
            <a:endParaRPr lang="en-US" dirty="0"/>
          </a:p>
        </p:txBody>
      </p:sp>
      <p:sp>
        <p:nvSpPr>
          <p:cNvPr id="3" name="Text Placeholder 2"/>
          <p:cNvSpPr>
            <a:spLocks noGrp="1"/>
          </p:cNvSpPr>
          <p:nvPr>
            <p:ph type="body" idx="1"/>
          </p:nvPr>
        </p:nvSpPr>
        <p:spPr>
          <a:xfrm>
            <a:off x="822960" y="1384539"/>
            <a:ext cx="3703320" cy="552212"/>
          </a:xfrm>
        </p:spPr>
        <p:txBody>
          <a:bodyPr lIns="91440" rIns="91440" anchor="ctr">
            <a:normAutofit/>
          </a:bodyPr>
          <a:lstStyle>
            <a:lvl1pPr marL="0" indent="0">
              <a:buNone/>
              <a:defRPr sz="1500" b="0" cap="all" baseline="0">
                <a:solidFill>
                  <a:schemeClr val="tx2"/>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endParaRPr lang="en-US"/>
          </a:p>
        </p:txBody>
      </p:sp>
      <p:sp>
        <p:nvSpPr>
          <p:cNvPr id="4" name="Content Placeholder 3"/>
          <p:cNvSpPr>
            <a:spLocks noGrp="1"/>
          </p:cNvSpPr>
          <p:nvPr>
            <p:ph sz="half" idx="2"/>
          </p:nvPr>
        </p:nvSpPr>
        <p:spPr>
          <a:xfrm>
            <a:off x="822960" y="1936751"/>
            <a:ext cx="3703320" cy="2465070"/>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5" name="Text Placeholder 4"/>
          <p:cNvSpPr>
            <a:spLocks noGrp="1"/>
          </p:cNvSpPr>
          <p:nvPr>
            <p:ph type="body" sz="quarter" idx="3"/>
          </p:nvPr>
        </p:nvSpPr>
        <p:spPr>
          <a:xfrm>
            <a:off x="4663440" y="1384539"/>
            <a:ext cx="3703320" cy="552212"/>
          </a:xfrm>
        </p:spPr>
        <p:txBody>
          <a:bodyPr lIns="91440" rIns="91440" anchor="ctr">
            <a:normAutofit/>
          </a:bodyPr>
          <a:lstStyle>
            <a:lvl1pPr marL="0" indent="0">
              <a:buNone/>
              <a:defRPr sz="1500" b="0" cap="all" baseline="0">
                <a:solidFill>
                  <a:schemeClr val="tx2"/>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endParaRPr lang="en-US"/>
          </a:p>
        </p:txBody>
      </p:sp>
      <p:sp>
        <p:nvSpPr>
          <p:cNvPr id="6" name="Content Placeholder 5"/>
          <p:cNvSpPr>
            <a:spLocks noGrp="1"/>
          </p:cNvSpPr>
          <p:nvPr>
            <p:ph sz="quarter" idx="4"/>
          </p:nvPr>
        </p:nvSpPr>
        <p:spPr>
          <a:xfrm>
            <a:off x="4663440" y="1936751"/>
            <a:ext cx="3703320" cy="2465070"/>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7" name="Date Placeholder 6"/>
          <p:cNvSpPr>
            <a:spLocks noGrp="1"/>
          </p:cNvSpPr>
          <p:nvPr>
            <p:ph type="dt" sz="half" idx="10"/>
          </p:nvPr>
        </p:nvSpPr>
        <p:spPr/>
        <p:txBody>
          <a:bodyPr/>
          <a:lstStyle/>
          <a:p>
            <a:fld id="{240CDC23-E565-C848-9AF6-12BD09C53D91}"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D07771B2-D7F7-364E-B6F3-F7FE93606BCE}"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240CDC23-E565-C848-9AF6-12BD09C53D91}"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D07771B2-D7F7-364E-B6F3-F7FE93606BCE}"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Date Placeholder 3"/>
          <p:cNvSpPr>
            <a:spLocks noGrp="1"/>
          </p:cNvSpPr>
          <p:nvPr>
            <p:ph type="dt" sz="half" idx="10"/>
          </p:nvPr>
        </p:nvSpPr>
        <p:spPr/>
        <p:txBody>
          <a:bodyPr/>
          <a:lstStyle/>
          <a:p>
            <a:fld id="{240CDC23-E565-C848-9AF6-12BD09C53D91}"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07771B2-D7F7-364E-B6F3-F7FE93606BCE}"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x">
  <p:cSld name="Title &amp; Bullets">
    <p:spTree>
      <p:nvGrpSpPr>
        <p:cNvPr id="1" name=""/>
        <p:cNvGrpSpPr/>
        <p:nvPr/>
      </p:nvGrpSpPr>
      <p:grpSpPr>
        <a:xfrm>
          <a:off x="0" y="0"/>
          <a:ext cx="0" cy="0"/>
          <a:chOff x="0" y="0"/>
          <a:chExt cx="0" cy="0"/>
        </a:xfrm>
      </p:grpSpPr>
      <p:sp>
        <p:nvSpPr>
          <p:cNvPr id="56" name="Shape 56"/>
          <p:cNvSpPr>
            <a:spLocks noGrp="1"/>
          </p:cNvSpPr>
          <p:nvPr>
            <p:ph type="title"/>
          </p:nvPr>
        </p:nvSpPr>
        <p:spPr>
          <a:prstGeom prst="rect">
            <a:avLst/>
          </a:prstGeom>
        </p:spPr>
        <p:txBody>
          <a:bodyPr/>
          <a:lstStyle/>
          <a:p>
            <a:r>
              <a:rPr lang="en-US"/>
              <a:t>Click to edit Master title style</a:t>
            </a:r>
            <a:endParaRPr lang="en-US"/>
          </a:p>
        </p:txBody>
      </p:sp>
      <p:sp>
        <p:nvSpPr>
          <p:cNvPr id="57" name="Shape 57"/>
          <p:cNvSpPr>
            <a:spLocks noGrp="1"/>
          </p:cNvSpPr>
          <p:nvPr>
            <p:ph type="body" idx="1"/>
          </p:nvPr>
        </p:nvSpPr>
        <p:spPr>
          <a:prstGeom prst="rect">
            <a:avLst/>
          </a:prstGeom>
        </p:spPr>
        <p:txBody>
          <a:bodyPr/>
          <a:lstStyle>
            <a:lvl1pPr>
              <a:defRPr>
                <a:latin typeface="Helvetica Neue UltraLight" panose="02000503000000020004"/>
                <a:ea typeface="Helvetica Neue UltraLight" panose="02000503000000020004"/>
                <a:cs typeface="Helvetica Neue UltraLight" panose="02000503000000020004"/>
                <a:sym typeface="Helvetica Neue UltraLight" panose="02000503000000020004"/>
              </a:defRPr>
            </a:lvl1pPr>
            <a:lvl2pPr>
              <a:defRPr>
                <a:latin typeface="Helvetica Neue UltraLight" panose="02000503000000020004"/>
                <a:ea typeface="Helvetica Neue UltraLight" panose="02000503000000020004"/>
                <a:cs typeface="Helvetica Neue UltraLight" panose="02000503000000020004"/>
                <a:sym typeface="Helvetica Neue UltraLight" panose="02000503000000020004"/>
              </a:defRPr>
            </a:lvl2pPr>
            <a:lvl3pPr>
              <a:defRPr>
                <a:latin typeface="Helvetica Neue UltraLight" panose="02000503000000020004"/>
                <a:ea typeface="Helvetica Neue UltraLight" panose="02000503000000020004"/>
                <a:cs typeface="Helvetica Neue UltraLight" panose="02000503000000020004"/>
                <a:sym typeface="Helvetica Neue UltraLight" panose="02000503000000020004"/>
              </a:defRPr>
            </a:lvl3pPr>
            <a:lvl4pPr>
              <a:defRPr>
                <a:latin typeface="Helvetica Neue UltraLight" panose="02000503000000020004"/>
                <a:ea typeface="Helvetica Neue UltraLight" panose="02000503000000020004"/>
                <a:cs typeface="Helvetica Neue UltraLight" panose="02000503000000020004"/>
                <a:sym typeface="Helvetica Neue UltraLight" panose="02000503000000020004"/>
              </a:defRPr>
            </a:lvl4pPr>
            <a:lvl5pPr>
              <a:defRPr>
                <a:latin typeface="Helvetica Neue UltraLight" panose="02000503000000020004"/>
                <a:ea typeface="Helvetica Neue UltraLight" panose="02000503000000020004"/>
                <a:cs typeface="Helvetica Neue UltraLight" panose="02000503000000020004"/>
                <a:sym typeface="Helvetica Neue UltraLight" panose="02000503000000020004"/>
              </a:defRPr>
            </a:lvl5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8" name="Shape 58"/>
          <p:cNvSpPr>
            <a:spLocks noGrp="1"/>
          </p:cNvSpPr>
          <p:nvPr>
            <p:ph type="sldNum" sz="quarter" idx="2"/>
          </p:nvPr>
        </p:nvSpPr>
        <p:spPr>
          <a:prstGeom prst="rect">
            <a:avLst/>
          </a:prstGeom>
        </p:spPr>
        <p:txBody>
          <a:bodyPr/>
          <a:lstStyle/>
          <a:p>
            <a:fld id="{86CB4B4D-7CA3-9044-876B-883B54F8677D}" type="slidenum">
              <a:rPr/>
            </a:fld>
            <a:endParaRPr/>
          </a:p>
        </p:txBody>
      </p:sp>
    </p:spTree>
  </p:cSld>
  <p:clrMapOvr>
    <a:masterClrMapping/>
  </p:clrMapOvr>
  <p:transition spd="med"/>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blank" showMasterSp="0">
  <p:cSld name="Completely Blank">
    <p:spTree>
      <p:nvGrpSpPr>
        <p:cNvPr id="1" name=""/>
        <p:cNvGrpSpPr/>
        <p:nvPr/>
      </p:nvGrpSpPr>
      <p:grpSpPr>
        <a:xfrm>
          <a:off x="0" y="0"/>
          <a:ext cx="0" cy="0"/>
          <a:chOff x="0" y="0"/>
          <a:chExt cx="0" cy="0"/>
        </a:xfrm>
      </p:grpSpPr>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1_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304800" y="1253728"/>
            <a:ext cx="4040188"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4" name="Content Placeholder 3"/>
          <p:cNvSpPr>
            <a:spLocks noGrp="1"/>
          </p:cNvSpPr>
          <p:nvPr>
            <p:ph sz="half" idx="2"/>
          </p:nvPr>
        </p:nvSpPr>
        <p:spPr>
          <a:xfrm>
            <a:off x="304800" y="1733550"/>
            <a:ext cx="4040188" cy="2971800"/>
          </a:xfrm>
        </p:spPr>
        <p:txBody>
          <a:bodyPr/>
          <a:lstStyle>
            <a:lvl1pPr>
              <a:defRPr sz="2400"/>
            </a:lvl1pPr>
            <a:lvl2pPr>
              <a:defRPr sz="2000"/>
            </a:lvl2pPr>
            <a:lvl3pPr>
              <a:defRPr sz="2000"/>
            </a:lvl3pPr>
            <a:lvl4pPr>
              <a:defRPr sz="1800"/>
            </a:lvl4pPr>
            <a:lvl5pPr>
              <a:defRPr sz="1800"/>
            </a:lvl5pPr>
            <a:lvl6pPr>
              <a:defRPr sz="1600"/>
            </a:lvl6pPr>
            <a:lvl7pPr>
              <a:defRPr sz="1600"/>
            </a:lvl7pPr>
            <a:lvl8pPr>
              <a:defRPr sz="1600"/>
            </a:lvl8pPr>
            <a:lvl9pPr>
              <a:defRPr sz="16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5" name="Text Placeholder 4"/>
          <p:cNvSpPr>
            <a:spLocks noGrp="1"/>
          </p:cNvSpPr>
          <p:nvPr>
            <p:ph type="body" sz="quarter" idx="3"/>
          </p:nvPr>
        </p:nvSpPr>
        <p:spPr>
          <a:xfrm>
            <a:off x="4492626" y="1253728"/>
            <a:ext cx="4041775"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6" name="Content Placeholder 5"/>
          <p:cNvSpPr>
            <a:spLocks noGrp="1"/>
          </p:cNvSpPr>
          <p:nvPr>
            <p:ph sz="quarter" idx="4"/>
          </p:nvPr>
        </p:nvSpPr>
        <p:spPr>
          <a:xfrm>
            <a:off x="4492626" y="1733550"/>
            <a:ext cx="4041775" cy="2971800"/>
          </a:xfrm>
        </p:spPr>
        <p:txBody>
          <a:bodyPr/>
          <a:lstStyle>
            <a:lvl1pPr>
              <a:defRPr sz="2400"/>
            </a:lvl1pPr>
            <a:lvl2pPr>
              <a:defRPr sz="2000"/>
            </a:lvl2pPr>
            <a:lvl3pPr>
              <a:defRPr sz="2000"/>
            </a:lvl3pPr>
            <a:lvl4pPr>
              <a:defRPr sz="1800"/>
            </a:lvl4pPr>
            <a:lvl5pPr>
              <a:defRPr sz="1800"/>
            </a:lvl5pPr>
            <a:lvl6pPr>
              <a:defRPr sz="1600"/>
            </a:lvl6pPr>
            <a:lvl7pPr>
              <a:defRPr sz="1600"/>
            </a:lvl7pPr>
            <a:lvl8pPr>
              <a:defRPr sz="1600"/>
            </a:lvl8pPr>
            <a:lvl9pPr>
              <a:defRPr sz="16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10" name="Rectangle 2"/>
          <p:cNvSpPr>
            <a:spLocks noChangeArrowheads="1"/>
          </p:cNvSpPr>
          <p:nvPr userDrawn="1"/>
        </p:nvSpPr>
        <p:spPr bwMode="auto">
          <a:xfrm rot="5400000">
            <a:off x="-2548893" y="2548891"/>
            <a:ext cx="5143501" cy="45719"/>
          </a:xfrm>
          <a:prstGeom prst="rect">
            <a:avLst/>
          </a:prstGeom>
          <a:solidFill>
            <a:srgbClr val="A40508"/>
          </a:solidFill>
          <a:ln w="9525">
            <a:solidFill>
              <a:srgbClr val="A4001D"/>
            </a:solidFill>
            <a:miter lim="800000"/>
          </a:ln>
          <a:effectLst/>
        </p:spPr>
        <p:txBody>
          <a:bodyPr wrap="none" anchor="ctr"/>
          <a:lstStyle/>
          <a:p>
            <a:pPr algn="ctr">
              <a:defRPr/>
            </a:pPr>
            <a:endParaRPr lang="en-US">
              <a:solidFill>
                <a:srgbClr val="A50021"/>
              </a:solidFill>
              <a:ea typeface="+mn-ea"/>
              <a:cs typeface="+mn-cs"/>
            </a:endParaRPr>
          </a:p>
        </p:txBody>
      </p:sp>
      <p:sp>
        <p:nvSpPr>
          <p:cNvPr id="11" name="Title 1"/>
          <p:cNvSpPr>
            <a:spLocks noGrp="1"/>
          </p:cNvSpPr>
          <p:nvPr>
            <p:ph type="title"/>
          </p:nvPr>
        </p:nvSpPr>
        <p:spPr>
          <a:xfrm>
            <a:off x="1371600" y="381000"/>
            <a:ext cx="7467600" cy="742950"/>
          </a:xfrm>
        </p:spPr>
        <p:txBody>
          <a:bodyPr/>
          <a:lstStyle/>
          <a:p>
            <a:r>
              <a:rPr lang="en-US"/>
              <a:t>Click to edit Master title style</a:t>
            </a:r>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and Content over Text">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304800" y="1314450"/>
            <a:ext cx="7772400" cy="1628775"/>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Text Placeholder 3"/>
          <p:cNvSpPr>
            <a:spLocks noGrp="1"/>
          </p:cNvSpPr>
          <p:nvPr>
            <p:ph type="body" sz="half" idx="2"/>
          </p:nvPr>
        </p:nvSpPr>
        <p:spPr>
          <a:xfrm>
            <a:off x="304800" y="3057525"/>
            <a:ext cx="7772400" cy="1628775"/>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9" name="Rectangle 2"/>
          <p:cNvSpPr>
            <a:spLocks noChangeArrowheads="1"/>
          </p:cNvSpPr>
          <p:nvPr userDrawn="1"/>
        </p:nvSpPr>
        <p:spPr bwMode="auto">
          <a:xfrm rot="5400000">
            <a:off x="-2548893" y="2548891"/>
            <a:ext cx="5143501" cy="45719"/>
          </a:xfrm>
          <a:prstGeom prst="rect">
            <a:avLst/>
          </a:prstGeom>
          <a:solidFill>
            <a:srgbClr val="A40508"/>
          </a:solidFill>
          <a:ln w="9525">
            <a:solidFill>
              <a:srgbClr val="A4001D"/>
            </a:solidFill>
            <a:miter lim="800000"/>
          </a:ln>
          <a:effectLst/>
        </p:spPr>
        <p:txBody>
          <a:bodyPr wrap="none" anchor="ctr"/>
          <a:lstStyle/>
          <a:p>
            <a:pPr algn="ctr">
              <a:defRPr/>
            </a:pPr>
            <a:endParaRPr lang="en-US">
              <a:solidFill>
                <a:srgbClr val="A50021"/>
              </a:solidFill>
              <a:ea typeface="+mn-ea"/>
              <a:cs typeface="+mn-cs"/>
            </a:endParaRPr>
          </a:p>
        </p:txBody>
      </p:sp>
      <p:sp>
        <p:nvSpPr>
          <p:cNvPr id="10" name="Title 1"/>
          <p:cNvSpPr>
            <a:spLocks noGrp="1"/>
          </p:cNvSpPr>
          <p:nvPr>
            <p:ph type="title"/>
          </p:nvPr>
        </p:nvSpPr>
        <p:spPr>
          <a:xfrm>
            <a:off x="1371600" y="381000"/>
            <a:ext cx="7467600" cy="742950"/>
          </a:xfrm>
        </p:spPr>
        <p:txBody>
          <a:bodyPr/>
          <a:lstStyle/>
          <a:p>
            <a:r>
              <a:rPr lang="en-US"/>
              <a:t>Click to edit Master title style</a:t>
            </a:r>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lvl1pPr algn="ctr">
              <a:defRPr/>
            </a:lvl1pPr>
          </a:lstStyle>
          <a:p>
            <a:r>
              <a:rPr lang="zh-CN" altLang="en-US"/>
              <a:t>单击此处编辑母版标题样式</a:t>
            </a:r>
            <a:endParaRPr lang="en-US" dirty="0"/>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zh-CN" altLang="en-US"/>
              <a:t>单击此处编辑母版副标题样式</a:t>
            </a:r>
            <a:endParaRPr lang="en-US"/>
          </a:p>
        </p:txBody>
      </p:sp>
      <p:sp>
        <p:nvSpPr>
          <p:cNvPr id="4" name="Date Placeholder 3"/>
          <p:cNvSpPr>
            <a:spLocks noGrp="1"/>
          </p:cNvSpPr>
          <p:nvPr>
            <p:ph type="dt" sz="half" idx="10"/>
          </p:nvPr>
        </p:nvSpPr>
        <p:spPr/>
        <p:txBody>
          <a:bodyPr/>
          <a:lstStyle/>
          <a:p>
            <a:fld id="{240CDC23-E565-C848-9AF6-12BD09C53D91}"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07771B2-D7F7-364E-B6F3-F7FE93606BCE}" type="slidenum">
              <a:rPr lang="en-US" smtClean="0"/>
            </a:fld>
            <a:endParaRPr lang="en-US"/>
          </a:p>
        </p:txBody>
      </p:sp>
    </p:spTree>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a:p>
        </p:txBody>
      </p:sp>
      <p:sp>
        <p:nvSpPr>
          <p:cNvPr id="3" name="Content Placeholder 2"/>
          <p:cNvSpPr>
            <a:spLocks noGrp="1"/>
          </p:cNvSpPr>
          <p:nvPr>
            <p:ph idx="1"/>
          </p:nvPr>
        </p:nvSpPr>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en-US"/>
          </a:p>
        </p:txBody>
      </p:sp>
      <p:sp>
        <p:nvSpPr>
          <p:cNvPr id="4" name="Date Placeholder 3"/>
          <p:cNvSpPr>
            <a:spLocks noGrp="1"/>
          </p:cNvSpPr>
          <p:nvPr>
            <p:ph type="dt" sz="half" idx="10"/>
          </p:nvPr>
        </p:nvSpPr>
        <p:spPr/>
        <p:txBody>
          <a:bodyPr/>
          <a:lstStyle/>
          <a:p>
            <a:fld id="{240CDC23-E565-C848-9AF6-12BD09C53D91}"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07771B2-D7F7-364E-B6F3-F7FE93606BCE}" type="slidenum">
              <a:rPr lang="en-US" smtClean="0"/>
            </a:fld>
            <a:endParaRPr lang="en-US"/>
          </a:p>
        </p:txBody>
      </p:sp>
      <p:sp>
        <p:nvSpPr>
          <p:cNvPr id="7" name="Rectangle 4"/>
          <p:cNvSpPr/>
          <p:nvPr/>
        </p:nvSpPr>
        <p:spPr>
          <a:xfrm rot="10800000">
            <a:off x="0" y="5004435"/>
            <a:ext cx="9144000" cy="138589"/>
          </a:xfrm>
          <a:prstGeom prst="rect">
            <a:avLst/>
          </a:prstGeom>
          <a:gradFill>
            <a:gsLst>
              <a:gs pos="100000">
                <a:srgbClr val="CE57C1"/>
              </a:gs>
              <a:gs pos="27000">
                <a:srgbClr val="000044"/>
              </a:gs>
            </a:gsLst>
            <a:lin ang="13500000" scaled="0"/>
          </a:gra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Tree>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3000" b="1" cap="all"/>
            </a:lvl1pPr>
          </a:lstStyle>
          <a:p>
            <a:r>
              <a:rPr lang="zh-CN" altLang="en-US"/>
              <a:t>单击此处编辑母版标题样式</a:t>
            </a:r>
            <a:endParaRPr lang="en-US"/>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15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zh-CN" altLang="en-US"/>
              <a:t>单击此处编辑母版文本样式</a:t>
            </a:r>
            <a:endParaRPr lang="zh-CN" altLang="en-US"/>
          </a:p>
        </p:txBody>
      </p:sp>
      <p:sp>
        <p:nvSpPr>
          <p:cNvPr id="4" name="Date Placeholder 3"/>
          <p:cNvSpPr>
            <a:spLocks noGrp="1"/>
          </p:cNvSpPr>
          <p:nvPr>
            <p:ph type="dt" sz="half" idx="10"/>
          </p:nvPr>
        </p:nvSpPr>
        <p:spPr/>
        <p:txBody>
          <a:bodyPr/>
          <a:lstStyle/>
          <a:p>
            <a:fld id="{240CDC23-E565-C848-9AF6-12BD09C53D91}"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07771B2-D7F7-364E-B6F3-F7FE93606BCE}" type="slidenum">
              <a:rPr lang="en-US" smtClean="0"/>
            </a:fld>
            <a:endParaRPr lang="en-US"/>
          </a:p>
        </p:txBody>
      </p:sp>
    </p:spTree>
  </p:cSld>
  <p:clrMapOvr>
    <a:masterClrMapping/>
  </p:clrMapOvr>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a:p>
        </p:txBody>
      </p:sp>
      <p:sp>
        <p:nvSpPr>
          <p:cNvPr id="3" name="Content Placeholder 2"/>
          <p:cNvSpPr>
            <a:spLocks noGrp="1"/>
          </p:cNvSpPr>
          <p:nvPr>
            <p:ph sz="half" idx="1"/>
          </p:nvPr>
        </p:nvSpPr>
        <p:spPr>
          <a:xfrm>
            <a:off x="457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en-US"/>
          </a:p>
        </p:txBody>
      </p:sp>
      <p:sp>
        <p:nvSpPr>
          <p:cNvPr id="4" name="Content Placeholder 3"/>
          <p:cNvSpPr>
            <a:spLocks noGrp="1"/>
          </p:cNvSpPr>
          <p:nvPr>
            <p:ph sz="half" idx="2"/>
          </p:nvPr>
        </p:nvSpPr>
        <p:spPr>
          <a:xfrm>
            <a:off x="4648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en-US"/>
          </a:p>
        </p:txBody>
      </p:sp>
      <p:sp>
        <p:nvSpPr>
          <p:cNvPr id="5" name="Date Placeholder 4"/>
          <p:cNvSpPr>
            <a:spLocks noGrp="1"/>
          </p:cNvSpPr>
          <p:nvPr>
            <p:ph type="dt" sz="half" idx="10"/>
          </p:nvPr>
        </p:nvSpPr>
        <p:spPr/>
        <p:txBody>
          <a:bodyPr/>
          <a:lstStyle/>
          <a:p>
            <a:fld id="{240CDC23-E565-C848-9AF6-12BD09C53D91}"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07771B2-D7F7-364E-B6F3-F7FE93606BCE}" type="slidenum">
              <a:rPr lang="en-US" smtClean="0"/>
            </a:fld>
            <a:endParaRPr lang="en-US"/>
          </a:p>
        </p:txBody>
      </p:sp>
    </p:spTree>
  </p:cSld>
  <p:clrMapOvr>
    <a:masterClrMapping/>
  </p:clrMapOvr>
  <p:hf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zh-CN" altLang="en-US"/>
              <a:t>单击此处编辑母版标题样式</a:t>
            </a:r>
            <a:endParaRPr lang="en-US"/>
          </a:p>
        </p:txBody>
      </p:sp>
      <p:sp>
        <p:nvSpPr>
          <p:cNvPr id="3" name="Text Placeholder 2"/>
          <p:cNvSpPr>
            <a:spLocks noGrp="1"/>
          </p:cNvSpPr>
          <p:nvPr>
            <p:ph type="body" idx="1"/>
          </p:nvPr>
        </p:nvSpPr>
        <p:spPr>
          <a:xfrm>
            <a:off x="457200" y="1151335"/>
            <a:ext cx="4040188"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单击此处编辑母版文本样式</a:t>
            </a:r>
            <a:endParaRPr lang="zh-CN" altLang="en-US"/>
          </a:p>
        </p:txBody>
      </p:sp>
      <p:sp>
        <p:nvSpPr>
          <p:cNvPr id="4" name="Content Placeholder 3"/>
          <p:cNvSpPr>
            <a:spLocks noGrp="1"/>
          </p:cNvSpPr>
          <p:nvPr>
            <p:ph sz="half" idx="2"/>
          </p:nvPr>
        </p:nvSpPr>
        <p:spPr>
          <a:xfrm>
            <a:off x="457200" y="1631156"/>
            <a:ext cx="4040188"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en-US"/>
          </a:p>
        </p:txBody>
      </p:sp>
      <p:sp>
        <p:nvSpPr>
          <p:cNvPr id="5" name="Text Placeholder 4"/>
          <p:cNvSpPr>
            <a:spLocks noGrp="1"/>
          </p:cNvSpPr>
          <p:nvPr>
            <p:ph type="body" sz="quarter" idx="3"/>
          </p:nvPr>
        </p:nvSpPr>
        <p:spPr>
          <a:xfrm>
            <a:off x="4645026" y="1151335"/>
            <a:ext cx="4041775"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a:t>单击此处编辑母版文本样式</a:t>
            </a:r>
            <a:endParaRPr lang="zh-CN" altLang="en-US"/>
          </a:p>
        </p:txBody>
      </p:sp>
      <p:sp>
        <p:nvSpPr>
          <p:cNvPr id="6" name="Content Placeholder 5"/>
          <p:cNvSpPr>
            <a:spLocks noGrp="1"/>
          </p:cNvSpPr>
          <p:nvPr>
            <p:ph sz="quarter" idx="4"/>
          </p:nvPr>
        </p:nvSpPr>
        <p:spPr>
          <a:xfrm>
            <a:off x="4645026" y="1631156"/>
            <a:ext cx="4041775"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en-US"/>
          </a:p>
        </p:txBody>
      </p:sp>
      <p:sp>
        <p:nvSpPr>
          <p:cNvPr id="7" name="Date Placeholder 6"/>
          <p:cNvSpPr>
            <a:spLocks noGrp="1"/>
          </p:cNvSpPr>
          <p:nvPr>
            <p:ph type="dt" sz="half" idx="10"/>
          </p:nvPr>
        </p:nvSpPr>
        <p:spPr/>
        <p:txBody>
          <a:bodyPr/>
          <a:lstStyle/>
          <a:p>
            <a:fld id="{240CDC23-E565-C848-9AF6-12BD09C53D91}"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D07771B2-D7F7-364E-B6F3-F7FE93606BCE}" type="slidenum">
              <a:rPr lang="en-US" smtClean="0"/>
            </a:fld>
            <a:endParaRPr lang="en-US"/>
          </a:p>
        </p:txBody>
      </p:sp>
    </p:spTree>
  </p:cSld>
  <p:clrMapOvr>
    <a:masterClrMapping/>
  </p:clrMapOvr>
  <p:hf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a:p>
        </p:txBody>
      </p:sp>
      <p:sp>
        <p:nvSpPr>
          <p:cNvPr id="3" name="Date Placeholder 2"/>
          <p:cNvSpPr>
            <a:spLocks noGrp="1"/>
          </p:cNvSpPr>
          <p:nvPr>
            <p:ph type="dt" sz="half" idx="10"/>
          </p:nvPr>
        </p:nvSpPr>
        <p:spPr/>
        <p:txBody>
          <a:bodyPr/>
          <a:lstStyle/>
          <a:p>
            <a:fld id="{240CDC23-E565-C848-9AF6-12BD09C53D91}"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D07771B2-D7F7-364E-B6F3-F7FE93606BCE}" type="slidenum">
              <a:rPr lang="en-US" smtClean="0"/>
            </a:fld>
            <a:endParaRPr lang="en-US"/>
          </a:p>
        </p:txBody>
      </p:sp>
    </p:spTree>
  </p:cSld>
  <p:clrMapOvr>
    <a:masterClrMapping/>
  </p:clrMapOvr>
  <p:hf hdr="0" ftr="0" dt="0"/>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40CDC23-E565-C848-9AF6-12BD09C53D91}"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D07771B2-D7F7-364E-B6F3-F7FE93606BCE}" type="slidenum">
              <a:rPr lang="en-US" smtClean="0"/>
            </a:fld>
            <a:endParaRPr lang="en-US"/>
          </a:p>
        </p:txBody>
      </p:sp>
    </p:spTree>
  </p:cSld>
  <p:clrMapOvr>
    <a:masterClrMapping/>
  </p:clrMapOvr>
  <p:hf hdr="0" ftr="0" dt="0"/>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nchor="b"/>
          <a:lstStyle>
            <a:lvl1pPr algn="l">
              <a:defRPr sz="1500" b="1"/>
            </a:lvl1pPr>
          </a:lstStyle>
          <a:p>
            <a:r>
              <a:rPr lang="zh-CN" altLang="en-US"/>
              <a:t>单击此处编辑母版标题样式</a:t>
            </a:r>
            <a:endParaRPr lang="en-US"/>
          </a:p>
        </p:txBody>
      </p:sp>
      <p:sp>
        <p:nvSpPr>
          <p:cNvPr id="3" name="Content Placeholder 2"/>
          <p:cNvSpPr>
            <a:spLocks noGrp="1"/>
          </p:cNvSpPr>
          <p:nvPr>
            <p:ph idx="1"/>
          </p:nvPr>
        </p:nvSpPr>
        <p:spPr>
          <a:xfrm>
            <a:off x="3575050" y="204788"/>
            <a:ext cx="5111750" cy="438983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en-US"/>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zh-CN" altLang="en-US"/>
              <a:t>单击此处编辑母版文本样式</a:t>
            </a:r>
            <a:endParaRPr lang="zh-CN" altLang="en-US"/>
          </a:p>
        </p:txBody>
      </p:sp>
      <p:sp>
        <p:nvSpPr>
          <p:cNvPr id="5" name="Date Placeholder 4"/>
          <p:cNvSpPr>
            <a:spLocks noGrp="1"/>
          </p:cNvSpPr>
          <p:nvPr>
            <p:ph type="dt" sz="half" idx="10"/>
          </p:nvPr>
        </p:nvSpPr>
        <p:spPr/>
        <p:txBody>
          <a:bodyPr/>
          <a:lstStyle/>
          <a:p>
            <a:fld id="{240CDC23-E565-C848-9AF6-12BD09C53D91}"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07771B2-D7F7-364E-B6F3-F7FE93606BCE}" type="slidenum">
              <a:rPr lang="en-US" smtClean="0"/>
            </a:fld>
            <a:endParaRPr lang="en-US"/>
          </a:p>
        </p:txBody>
      </p:sp>
    </p:spTree>
  </p:cSld>
  <p:clrMapOvr>
    <a:masterClrMapping/>
  </p:clrMapOvr>
  <p:hf hdr="0" ftr="0" dt="0"/>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1500" b="1"/>
            </a:lvl1pPr>
          </a:lstStyle>
          <a:p>
            <a:r>
              <a:rPr lang="zh-CN" altLang="en-US"/>
              <a:t>单击此处编辑母版标题样式</a:t>
            </a:r>
            <a:endParaRPr lang="en-US"/>
          </a:p>
        </p:txBody>
      </p:sp>
      <p:sp>
        <p:nvSpPr>
          <p:cNvPr id="3" name="Picture Placeholder 2"/>
          <p:cNvSpPr>
            <a:spLocks noGrp="1"/>
          </p:cNvSpPr>
          <p:nvPr>
            <p:ph type="pic" idx="1" hasCustomPrompt="1"/>
          </p:nvPr>
        </p:nvSpPr>
        <p:spPr>
          <a:xfrm>
            <a:off x="1792288" y="459581"/>
            <a:ext cx="5486400" cy="30861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GB"/>
              <a:t>Drag picture to placeholder or click icon to add</a:t>
            </a:r>
            <a:endParaRPr lang="en-US"/>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zh-CN" altLang="en-US"/>
              <a:t>单击此处编辑母版文本样式</a:t>
            </a:r>
            <a:endParaRPr lang="zh-CN" altLang="en-US"/>
          </a:p>
        </p:txBody>
      </p:sp>
      <p:sp>
        <p:nvSpPr>
          <p:cNvPr id="5" name="Date Placeholder 4"/>
          <p:cNvSpPr>
            <a:spLocks noGrp="1"/>
          </p:cNvSpPr>
          <p:nvPr>
            <p:ph type="dt" sz="half" idx="10"/>
          </p:nvPr>
        </p:nvSpPr>
        <p:spPr/>
        <p:txBody>
          <a:bodyPr/>
          <a:lstStyle/>
          <a:p>
            <a:fld id="{240CDC23-E565-C848-9AF6-12BD09C53D91}"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07771B2-D7F7-364E-B6F3-F7FE93606BCE}" type="slidenum">
              <a:rPr lang="en-US" smtClean="0"/>
            </a:fld>
            <a:endParaRPr lang="en-US"/>
          </a:p>
        </p:txBody>
      </p:sp>
    </p:spTree>
  </p:cSld>
  <p:clrMapOvr>
    <a:masterClrMapping/>
  </p:clrMapOvr>
  <p:hf hdr="0" ftr="0" dt="0"/>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a:p>
        </p:txBody>
      </p:sp>
      <p:sp>
        <p:nvSpPr>
          <p:cNvPr id="3" name="Vertical Text Placeholder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en-US"/>
          </a:p>
        </p:txBody>
      </p:sp>
      <p:sp>
        <p:nvSpPr>
          <p:cNvPr id="4" name="Date Placeholder 3"/>
          <p:cNvSpPr>
            <a:spLocks noGrp="1"/>
          </p:cNvSpPr>
          <p:nvPr>
            <p:ph type="dt" sz="half" idx="10"/>
          </p:nvPr>
        </p:nvSpPr>
        <p:spPr/>
        <p:txBody>
          <a:bodyPr/>
          <a:lstStyle/>
          <a:p>
            <a:fld id="{240CDC23-E565-C848-9AF6-12BD09C53D91}"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07771B2-D7F7-364E-B6F3-F7FE93606BCE}" type="slidenum">
              <a:rPr lang="en-US" smtClean="0"/>
            </a:fld>
            <a:endParaRPr lang="en-US"/>
          </a:p>
        </p:txBody>
      </p:sp>
    </p:spTree>
  </p:cSld>
  <p:clrMapOvr>
    <a:masterClrMapping/>
  </p:clrMapOvr>
  <p:hf hdr="0" ftr="0" dt="0"/>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zh-CN" altLang="en-US"/>
              <a:t>单击此处编辑母版标题样式</a:t>
            </a:r>
            <a:endParaRPr lang="en-US"/>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en-US"/>
          </a:p>
        </p:txBody>
      </p:sp>
      <p:sp>
        <p:nvSpPr>
          <p:cNvPr id="4" name="Date Placeholder 3"/>
          <p:cNvSpPr>
            <a:spLocks noGrp="1"/>
          </p:cNvSpPr>
          <p:nvPr>
            <p:ph type="dt" sz="half" idx="10"/>
          </p:nvPr>
        </p:nvSpPr>
        <p:spPr/>
        <p:txBody>
          <a:bodyPr/>
          <a:lstStyle/>
          <a:p>
            <a:fld id="{240CDC23-E565-C848-9AF6-12BD09C53D91}"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07771B2-D7F7-364E-B6F3-F7FE93606BCE}" type="slidenum">
              <a:rPr lang="en-US" smtClean="0"/>
            </a:fld>
            <a:endParaRPr lang="en-US"/>
          </a:p>
        </p:txBody>
      </p:sp>
    </p:spTree>
  </p:cSld>
  <p:clrMapOvr>
    <a:masterClrMapping/>
  </p:clrMapOvr>
  <p:hf hdr="0" ftr="0" dt="0"/>
</p:sldLayout>
</file>

<file path=ppt/slideLayouts/slideLayout23.xml><?xml version="1.0" encoding="utf-8"?>
<p:sldLayout xmlns:a="http://schemas.openxmlformats.org/drawingml/2006/main" xmlns:r="http://schemas.openxmlformats.org/officeDocument/2006/relationships" xmlns:p="http://schemas.openxmlformats.org/presentationml/2006/main" userDrawn="1">
  <p:cSld name="Title and Content">
    <p:bg>
      <p:bgPr>
        <a:solidFill>
          <a:schemeClr val="bg1"/>
        </a:solidFill>
        <a:effectLst/>
      </p:bgPr>
    </p:bg>
    <p:spTree>
      <p:nvGrpSpPr>
        <p:cNvPr id="1" name=""/>
        <p:cNvGrpSpPr/>
        <p:nvPr/>
      </p:nvGrpSpPr>
      <p:grpSpPr>
        <a:xfrm>
          <a:off x="0" y="0"/>
          <a:ext cx="0" cy="0"/>
          <a:chOff x="0" y="0"/>
          <a:chExt cx="0" cy="0"/>
        </a:xfrm>
      </p:grpSpPr>
      <p:sp>
        <p:nvSpPr>
          <p:cNvPr id="3" name="Content Placeholder 2"/>
          <p:cNvSpPr>
            <a:spLocks noGrp="1"/>
          </p:cNvSpPr>
          <p:nvPr>
            <p:ph idx="1"/>
          </p:nvPr>
        </p:nvSpPr>
        <p:spPr>
          <a:xfrm>
            <a:off x="822962" y="1200150"/>
            <a:ext cx="7543801" cy="3429000"/>
          </a:xfrm>
        </p:spPr>
        <p:txBody>
          <a:bodyPr/>
          <a:lstStyle>
            <a:lvl1pPr marL="5715" indent="-5715">
              <a:defRPr sz="2100" baseline="0"/>
            </a:lvl1pPr>
            <a:lvl2pPr marL="303530" indent="-190500">
              <a:defRPr sz="1800" baseline="0"/>
            </a:lvl2pPr>
            <a:lvl3pPr marL="386715" indent="-171450">
              <a:defRPr sz="1500" baseline="0"/>
            </a:lvl3pPr>
            <a:lvl4pPr marL="518160" indent="-198755">
              <a:defRPr sz="1200" baseline="0"/>
            </a:lvl4pPr>
            <a:lvl5pPr marL="601345" indent="-179705">
              <a:defRPr sz="1050" baseline="0">
                <a:latin typeface="+mj-lt"/>
              </a:defRPr>
            </a:lvl5pPr>
          </a:lstStyle>
          <a:p>
            <a:pPr lvl="0"/>
            <a:r>
              <a:rPr lang="en-US" dirty="0"/>
              <a:t>Click to edit Master text styles</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en-US" dirty="0"/>
          </a:p>
        </p:txBody>
      </p:sp>
      <p:sp>
        <p:nvSpPr>
          <p:cNvPr id="7" name="标题 6"/>
          <p:cNvSpPr>
            <a:spLocks noGrp="1"/>
          </p:cNvSpPr>
          <p:nvPr>
            <p:ph type="title"/>
          </p:nvPr>
        </p:nvSpPr>
        <p:spPr/>
        <p:txBody>
          <a:bodyPr/>
          <a:lstStyle/>
          <a:p>
            <a:r>
              <a:rPr kumimoji="1" lang="zh-CN" altLang="en-US"/>
              <a:t>单击此处编辑母版标题样式</a:t>
            </a:r>
            <a:endParaRPr kumimoji="1"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20.xml"/><Relationship Id="rId8" Type="http://schemas.openxmlformats.org/officeDocument/2006/relationships/slideLayout" Target="../slideLayouts/slideLayout19.xml"/><Relationship Id="rId7" Type="http://schemas.openxmlformats.org/officeDocument/2006/relationships/slideLayout" Target="../slideLayouts/slideLayout18.xml"/><Relationship Id="rId6" Type="http://schemas.openxmlformats.org/officeDocument/2006/relationships/slideLayout" Target="../slideLayouts/slideLayout17.xml"/><Relationship Id="rId5" Type="http://schemas.openxmlformats.org/officeDocument/2006/relationships/slideLayout" Target="../slideLayouts/slideLayout16.xml"/><Relationship Id="rId4" Type="http://schemas.openxmlformats.org/officeDocument/2006/relationships/slideLayout" Target="../slideLayouts/slideLayout15.xml"/><Relationship Id="rId3" Type="http://schemas.openxmlformats.org/officeDocument/2006/relationships/slideLayout" Target="../slideLayouts/slideLayout14.xml"/><Relationship Id="rId2" Type="http://schemas.openxmlformats.org/officeDocument/2006/relationships/slideLayout" Target="../slideLayouts/slideLayout13.xml"/><Relationship Id="rId15" Type="http://schemas.openxmlformats.org/officeDocument/2006/relationships/theme" Target="../theme/theme2.xml"/><Relationship Id="rId14" Type="http://schemas.openxmlformats.org/officeDocument/2006/relationships/image" Target="../media/image2.png"/><Relationship Id="rId13" Type="http://schemas.openxmlformats.org/officeDocument/2006/relationships/image" Target="../media/image1.emf"/><Relationship Id="rId12" Type="http://schemas.openxmlformats.org/officeDocument/2006/relationships/slideLayout" Target="../slideLayouts/slideLayout23.xml"/><Relationship Id="rId11" Type="http://schemas.openxmlformats.org/officeDocument/2006/relationships/slideLayout" Target="../slideLayouts/slideLayout22.xml"/><Relationship Id="rId10" Type="http://schemas.openxmlformats.org/officeDocument/2006/relationships/slideLayout" Target="../slideLayouts/slideLayout21.xml"/><Relationship Id="rId1"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7" name="Rectangle 6"/>
          <p:cNvSpPr/>
          <p:nvPr/>
        </p:nvSpPr>
        <p:spPr>
          <a:xfrm rot="16200000">
            <a:off x="-2518606" y="2473636"/>
            <a:ext cx="5143502" cy="19622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rot="16200000" flipV="1">
            <a:off x="-2442604" y="2560132"/>
            <a:ext cx="5143502" cy="4571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822960" y="214953"/>
            <a:ext cx="7543800" cy="1088068"/>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822959" y="1384301"/>
            <a:ext cx="7543801" cy="3017520"/>
          </a:xfrm>
          <a:prstGeom prst="rect">
            <a:avLst/>
          </a:prstGeom>
        </p:spPr>
        <p:txBody>
          <a:bodyPr vert="horz" lIns="0" tIns="45720" rIns="0" bIns="45720" rtlCol="0">
            <a:norm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Date Placeholder 3"/>
          <p:cNvSpPr>
            <a:spLocks noGrp="1"/>
          </p:cNvSpPr>
          <p:nvPr>
            <p:ph type="dt" sz="half" idx="2"/>
          </p:nvPr>
        </p:nvSpPr>
        <p:spPr>
          <a:xfrm>
            <a:off x="822962" y="4844840"/>
            <a:ext cx="1854203" cy="273844"/>
          </a:xfrm>
          <a:prstGeom prst="rect">
            <a:avLst/>
          </a:prstGeom>
        </p:spPr>
        <p:txBody>
          <a:bodyPr vert="horz" lIns="91440" tIns="45720" rIns="91440" bIns="45720" rtlCol="0" anchor="ctr"/>
          <a:lstStyle>
            <a:lvl1pPr algn="l">
              <a:defRPr sz="675">
                <a:solidFill>
                  <a:srgbClr val="FFFFFF"/>
                </a:solidFill>
              </a:defRPr>
            </a:lvl1pPr>
          </a:lstStyle>
          <a:p>
            <a:fld id="{240CDC23-E565-C848-9AF6-12BD09C53D91}" type="datetimeFigureOut">
              <a:rPr lang="en-US" smtClean="0"/>
            </a:fld>
            <a:endParaRPr lang="en-US"/>
          </a:p>
        </p:txBody>
      </p:sp>
      <p:sp>
        <p:nvSpPr>
          <p:cNvPr id="5" name="Footer Placeholder 4"/>
          <p:cNvSpPr>
            <a:spLocks noGrp="1"/>
          </p:cNvSpPr>
          <p:nvPr>
            <p:ph type="ftr" sz="quarter" idx="3"/>
          </p:nvPr>
        </p:nvSpPr>
        <p:spPr>
          <a:xfrm>
            <a:off x="2764640" y="4844840"/>
            <a:ext cx="3617103" cy="273844"/>
          </a:xfrm>
          <a:prstGeom prst="rect">
            <a:avLst/>
          </a:prstGeom>
        </p:spPr>
        <p:txBody>
          <a:bodyPr vert="horz" lIns="91440" tIns="45720" rIns="91440" bIns="45720" rtlCol="0" anchor="ctr"/>
          <a:lstStyle>
            <a:lvl1pPr algn="ctr">
              <a:defRPr sz="675" cap="all" baseline="0">
                <a:solidFill>
                  <a:srgbClr val="FFFFFF"/>
                </a:solidFill>
              </a:defRPr>
            </a:lvl1pPr>
          </a:lstStyle>
          <a:p>
            <a:endParaRPr lang="en-US"/>
          </a:p>
        </p:txBody>
      </p:sp>
      <p:sp>
        <p:nvSpPr>
          <p:cNvPr id="6" name="Slide Number Placeholder 5"/>
          <p:cNvSpPr>
            <a:spLocks noGrp="1"/>
          </p:cNvSpPr>
          <p:nvPr>
            <p:ph type="sldNum" sz="quarter" idx="4"/>
          </p:nvPr>
        </p:nvSpPr>
        <p:spPr>
          <a:xfrm>
            <a:off x="7425345" y="4844840"/>
            <a:ext cx="984019" cy="273844"/>
          </a:xfrm>
          <a:prstGeom prst="rect">
            <a:avLst/>
          </a:prstGeom>
        </p:spPr>
        <p:txBody>
          <a:bodyPr vert="horz" lIns="91440" tIns="45720" rIns="91440" bIns="45720" rtlCol="0" anchor="ctr"/>
          <a:lstStyle>
            <a:lvl1pPr algn="r">
              <a:defRPr sz="790">
                <a:solidFill>
                  <a:srgbClr val="FFFFFF"/>
                </a:solidFill>
              </a:defRPr>
            </a:lvl1pPr>
          </a:lstStyle>
          <a:p>
            <a:fld id="{D07771B2-D7F7-364E-B6F3-F7FE93606BCE}"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685800" rtl="0" eaLnBrk="1" latinLnBrk="0" hangingPunct="1">
        <a:lnSpc>
          <a:spcPct val="85000"/>
        </a:lnSpc>
        <a:spcBef>
          <a:spcPct val="0"/>
        </a:spcBef>
        <a:buNone/>
        <a:defRPr sz="3600" kern="1200" spc="-38" baseline="0">
          <a:solidFill>
            <a:schemeClr val="tx1">
              <a:lumMod val="75000"/>
              <a:lumOff val="25000"/>
            </a:schemeClr>
          </a:solidFill>
          <a:latin typeface="+mj-lt"/>
          <a:ea typeface="+mj-ea"/>
          <a:cs typeface="+mj-cs"/>
        </a:defRPr>
      </a:lvl1pPr>
    </p:titleStyle>
    <p:bodyStyle>
      <a:lvl1pPr marL="68580" indent="-68580" algn="l" defTabSz="685800" rtl="0" eaLnBrk="1" latinLnBrk="0" hangingPunct="1">
        <a:lnSpc>
          <a:spcPct val="90000"/>
        </a:lnSpc>
        <a:spcBef>
          <a:spcPts val="900"/>
        </a:spcBef>
        <a:spcAft>
          <a:spcPts val="150"/>
        </a:spcAft>
        <a:buClr>
          <a:schemeClr val="accent1"/>
        </a:buClr>
        <a:buSzPct val="100000"/>
        <a:buFont typeface="Calibri" panose="020F0502020204030204" pitchFamily="34" charset="0"/>
        <a:buChar char=" "/>
        <a:defRPr sz="1500" kern="1200">
          <a:solidFill>
            <a:schemeClr val="tx1">
              <a:lumMod val="75000"/>
              <a:lumOff val="25000"/>
            </a:schemeClr>
          </a:solidFill>
          <a:latin typeface="+mn-lt"/>
          <a:ea typeface="+mn-ea"/>
          <a:cs typeface="+mn-cs"/>
        </a:defRPr>
      </a:lvl1pPr>
      <a:lvl2pPr marL="288290" indent="-137160" algn="l" defTabSz="685800" rtl="0" eaLnBrk="1" latinLnBrk="0" hangingPunct="1">
        <a:lnSpc>
          <a:spcPct val="90000"/>
        </a:lnSpc>
        <a:spcBef>
          <a:spcPts val="150"/>
        </a:spcBef>
        <a:spcAft>
          <a:spcPts val="300"/>
        </a:spcAft>
        <a:buClr>
          <a:schemeClr val="accent1"/>
        </a:buClr>
        <a:buFont typeface="Calibri" panose="020F0502020204030204" pitchFamily="34" charset="0"/>
        <a:buChar char="◦"/>
        <a:defRPr sz="1350" kern="1200">
          <a:solidFill>
            <a:schemeClr val="tx1">
              <a:lumMod val="75000"/>
              <a:lumOff val="25000"/>
            </a:schemeClr>
          </a:solidFill>
          <a:latin typeface="+mn-lt"/>
          <a:ea typeface="+mn-ea"/>
          <a:cs typeface="+mn-cs"/>
        </a:defRPr>
      </a:lvl2pPr>
      <a:lvl3pPr marL="425450" indent="-137160" algn="l" defTabSz="685800" rtl="0" eaLnBrk="1" latinLnBrk="0" hangingPunct="1">
        <a:lnSpc>
          <a:spcPct val="90000"/>
        </a:lnSpc>
        <a:spcBef>
          <a:spcPts val="150"/>
        </a:spcBef>
        <a:spcAft>
          <a:spcPts val="300"/>
        </a:spcAft>
        <a:buClr>
          <a:schemeClr val="accent1"/>
        </a:buClr>
        <a:buFont typeface="Calibri" panose="020F0502020204030204" pitchFamily="34" charset="0"/>
        <a:buChar char="◦"/>
        <a:defRPr sz="1050" kern="1200">
          <a:solidFill>
            <a:schemeClr val="tx1">
              <a:lumMod val="75000"/>
              <a:lumOff val="25000"/>
            </a:schemeClr>
          </a:solidFill>
          <a:latin typeface="+mn-lt"/>
          <a:ea typeface="+mn-ea"/>
          <a:cs typeface="+mn-cs"/>
        </a:defRPr>
      </a:lvl3pPr>
      <a:lvl4pPr marL="562610" indent="-137160" algn="l" defTabSz="685800" rtl="0" eaLnBrk="1" latinLnBrk="0" hangingPunct="1">
        <a:lnSpc>
          <a:spcPct val="90000"/>
        </a:lnSpc>
        <a:spcBef>
          <a:spcPts val="150"/>
        </a:spcBef>
        <a:spcAft>
          <a:spcPts val="300"/>
        </a:spcAft>
        <a:buClr>
          <a:schemeClr val="accent1"/>
        </a:buClr>
        <a:buFont typeface="Calibri" panose="020F0502020204030204" pitchFamily="34" charset="0"/>
        <a:buChar char="◦"/>
        <a:defRPr sz="1050" kern="1200">
          <a:solidFill>
            <a:schemeClr val="tx1">
              <a:lumMod val="75000"/>
              <a:lumOff val="25000"/>
            </a:schemeClr>
          </a:solidFill>
          <a:latin typeface="+mn-lt"/>
          <a:ea typeface="+mn-ea"/>
          <a:cs typeface="+mn-cs"/>
        </a:defRPr>
      </a:lvl4pPr>
      <a:lvl5pPr marL="699770" indent="-137160" algn="l" defTabSz="685800" rtl="0" eaLnBrk="1" latinLnBrk="0" hangingPunct="1">
        <a:lnSpc>
          <a:spcPct val="90000"/>
        </a:lnSpc>
        <a:spcBef>
          <a:spcPts val="150"/>
        </a:spcBef>
        <a:spcAft>
          <a:spcPts val="300"/>
        </a:spcAft>
        <a:buClr>
          <a:schemeClr val="accent1"/>
        </a:buClr>
        <a:buFont typeface="Calibri" panose="020F0502020204030204" pitchFamily="34" charset="0"/>
        <a:buChar char="◦"/>
        <a:defRPr sz="1050" kern="1200">
          <a:solidFill>
            <a:schemeClr val="tx1">
              <a:lumMod val="75000"/>
              <a:lumOff val="25000"/>
            </a:schemeClr>
          </a:solidFill>
          <a:latin typeface="+mn-lt"/>
          <a:ea typeface="+mn-ea"/>
          <a:cs typeface="+mn-cs"/>
        </a:defRPr>
      </a:lvl5pPr>
      <a:lvl6pPr marL="824865" indent="-171450" algn="l" defTabSz="685800" rtl="0" eaLnBrk="1" latinLnBrk="0" hangingPunct="1">
        <a:lnSpc>
          <a:spcPct val="90000"/>
        </a:lnSpc>
        <a:spcBef>
          <a:spcPts val="150"/>
        </a:spcBef>
        <a:spcAft>
          <a:spcPts val="300"/>
        </a:spcAft>
        <a:buClr>
          <a:schemeClr val="accent1"/>
        </a:buClr>
        <a:buFont typeface="Calibri" panose="020F0502020204030204" pitchFamily="34" charset="0"/>
        <a:buChar char="◦"/>
        <a:defRPr sz="1050" kern="1200">
          <a:solidFill>
            <a:schemeClr val="tx1">
              <a:lumMod val="75000"/>
              <a:lumOff val="25000"/>
            </a:schemeClr>
          </a:solidFill>
          <a:latin typeface="+mn-lt"/>
          <a:ea typeface="+mn-ea"/>
          <a:cs typeface="+mn-cs"/>
        </a:defRPr>
      </a:lvl6pPr>
      <a:lvl7pPr marL="974725" indent="-171450" algn="l" defTabSz="685800" rtl="0" eaLnBrk="1" latinLnBrk="0" hangingPunct="1">
        <a:lnSpc>
          <a:spcPct val="90000"/>
        </a:lnSpc>
        <a:spcBef>
          <a:spcPts val="150"/>
        </a:spcBef>
        <a:spcAft>
          <a:spcPts val="300"/>
        </a:spcAft>
        <a:buClr>
          <a:schemeClr val="accent1"/>
        </a:buClr>
        <a:buFont typeface="Calibri" panose="020F0502020204030204" pitchFamily="34" charset="0"/>
        <a:buChar char="◦"/>
        <a:defRPr sz="1050" kern="1200">
          <a:solidFill>
            <a:schemeClr val="tx1">
              <a:lumMod val="75000"/>
              <a:lumOff val="25000"/>
            </a:schemeClr>
          </a:solidFill>
          <a:latin typeface="+mn-lt"/>
          <a:ea typeface="+mn-ea"/>
          <a:cs typeface="+mn-cs"/>
        </a:defRPr>
      </a:lvl7pPr>
      <a:lvl8pPr marL="1125220" indent="-171450" algn="l" defTabSz="685800" rtl="0" eaLnBrk="1" latinLnBrk="0" hangingPunct="1">
        <a:lnSpc>
          <a:spcPct val="90000"/>
        </a:lnSpc>
        <a:spcBef>
          <a:spcPts val="150"/>
        </a:spcBef>
        <a:spcAft>
          <a:spcPts val="300"/>
        </a:spcAft>
        <a:buClr>
          <a:schemeClr val="accent1"/>
        </a:buClr>
        <a:buFont typeface="Calibri" panose="020F0502020204030204" pitchFamily="34" charset="0"/>
        <a:buChar char="◦"/>
        <a:defRPr sz="1050" kern="1200">
          <a:solidFill>
            <a:schemeClr val="tx1">
              <a:lumMod val="75000"/>
              <a:lumOff val="25000"/>
            </a:schemeClr>
          </a:solidFill>
          <a:latin typeface="+mn-lt"/>
          <a:ea typeface="+mn-ea"/>
          <a:cs typeface="+mn-cs"/>
        </a:defRPr>
      </a:lvl8pPr>
      <a:lvl9pPr marL="1275080" indent="-171450" algn="l" defTabSz="685800" rtl="0" eaLnBrk="1" latinLnBrk="0" hangingPunct="1">
        <a:lnSpc>
          <a:spcPct val="90000"/>
        </a:lnSpc>
        <a:spcBef>
          <a:spcPts val="150"/>
        </a:spcBef>
        <a:spcAft>
          <a:spcPts val="300"/>
        </a:spcAft>
        <a:buClr>
          <a:schemeClr val="accent1"/>
        </a:buClr>
        <a:buFont typeface="Calibri" panose="020F0502020204030204" pitchFamily="34" charset="0"/>
        <a:buChar char="◦"/>
        <a:defRPr sz="1050" kern="1200">
          <a:solidFill>
            <a:schemeClr val="tx1">
              <a:lumMod val="75000"/>
              <a:lumOff val="25000"/>
            </a:schemeClr>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12407"/>
            <a:ext cx="8331200" cy="540068"/>
          </a:xfrm>
          <a:prstGeom prst="rect">
            <a:avLst/>
          </a:prstGeom>
        </p:spPr>
        <p:txBody>
          <a:bodyPr vert="horz" lIns="91440" tIns="45720" rIns="91440" bIns="45720" rtlCol="0" anchor="ctr">
            <a:noAutofit/>
          </a:bodyPr>
          <a:lstStyle/>
          <a:p>
            <a:r>
              <a:rPr lang="zh-CN" altLang="en-US"/>
              <a:t>单击此处编辑母版标题样式</a:t>
            </a:r>
            <a:endParaRPr lang="en-GB" dirty="0"/>
          </a:p>
        </p:txBody>
      </p:sp>
      <p:sp>
        <p:nvSpPr>
          <p:cNvPr id="3" name="Text Placeholder 2"/>
          <p:cNvSpPr>
            <a:spLocks noGrp="1"/>
          </p:cNvSpPr>
          <p:nvPr>
            <p:ph type="body" idx="1"/>
          </p:nvPr>
        </p:nvSpPr>
        <p:spPr>
          <a:xfrm>
            <a:off x="457200" y="902494"/>
            <a:ext cx="8229600" cy="3707130"/>
          </a:xfrm>
          <a:prstGeom prst="rect">
            <a:avLst/>
          </a:prstGeom>
        </p:spPr>
        <p:txBody>
          <a:bodyPr vert="horz" lIns="91440" tIns="45720" rIns="91440" bIns="45720" rtlCol="0">
            <a:normAutofit/>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en-US"/>
          </a:p>
        </p:txBody>
      </p:sp>
      <p:sp>
        <p:nvSpPr>
          <p:cNvPr id="4" name="Date Placeholder 3"/>
          <p:cNvSpPr>
            <a:spLocks noGrp="1"/>
          </p:cNvSpPr>
          <p:nvPr>
            <p:ph type="dt" sz="half" idx="2"/>
          </p:nvPr>
        </p:nvSpPr>
        <p:spPr>
          <a:xfrm>
            <a:off x="457200" y="4767263"/>
            <a:ext cx="2133600" cy="273844"/>
          </a:xfrm>
          <a:prstGeom prst="rect">
            <a:avLst/>
          </a:prstGeom>
        </p:spPr>
        <p:txBody>
          <a:bodyPr vert="horz" lIns="91440" tIns="45720" rIns="91440" bIns="45720" rtlCol="0" anchor="ctr"/>
          <a:lstStyle>
            <a:lvl1pPr algn="l">
              <a:defRPr sz="900">
                <a:solidFill>
                  <a:schemeClr val="tx1">
                    <a:tint val="75000"/>
                  </a:schemeClr>
                </a:solidFill>
              </a:defRPr>
            </a:lvl1pPr>
          </a:lstStyle>
          <a:p>
            <a:fld id="{240CDC23-E565-C848-9AF6-12BD09C53D91}" type="datetimeFigureOut">
              <a:rPr lang="en-US" smtClean="0"/>
            </a:fld>
            <a:endParaRPr lang="en-US"/>
          </a:p>
        </p:txBody>
      </p:sp>
      <p:sp>
        <p:nvSpPr>
          <p:cNvPr id="5" name="Footer Placeholder 4"/>
          <p:cNvSpPr>
            <a:spLocks noGrp="1"/>
          </p:cNvSpPr>
          <p:nvPr>
            <p:ph type="ftr" sz="quarter" idx="3"/>
          </p:nvPr>
        </p:nvSpPr>
        <p:spPr>
          <a:xfrm>
            <a:off x="3124200" y="4767263"/>
            <a:ext cx="2895600" cy="273844"/>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4767263"/>
            <a:ext cx="2133600" cy="273844"/>
          </a:xfrm>
          <a:prstGeom prst="rect">
            <a:avLst/>
          </a:prstGeom>
        </p:spPr>
        <p:txBody>
          <a:bodyPr vert="horz" lIns="91440" tIns="45720" rIns="91440" bIns="45720" rtlCol="0" anchor="ctr"/>
          <a:lstStyle>
            <a:lvl1pPr algn="r">
              <a:defRPr sz="900">
                <a:solidFill>
                  <a:schemeClr val="tx1">
                    <a:tint val="75000"/>
                  </a:schemeClr>
                </a:solidFill>
              </a:defRPr>
            </a:lvl1pPr>
          </a:lstStyle>
          <a:p>
            <a:fld id="{D07771B2-D7F7-364E-B6F3-F7FE93606BCE}" type="slidenum">
              <a:rPr lang="en-US" smtClean="0"/>
            </a:fld>
            <a:endParaRPr lang="en-US"/>
          </a:p>
        </p:txBody>
      </p:sp>
      <p:pic>
        <p:nvPicPr>
          <p:cNvPr id="7" name="Picture 6"/>
          <p:cNvPicPr>
            <a:picLocks noChangeAspect="1"/>
          </p:cNvPicPr>
          <p:nvPr/>
        </p:nvPicPr>
        <p:blipFill>
          <a:blip r:embed="rId13">
            <a:alphaModFix amt="7000"/>
            <a:duotone>
              <a:prstClr val="black"/>
              <a:schemeClr val="accent2">
                <a:tint val="45000"/>
                <a:satMod val="400000"/>
              </a:schemeClr>
            </a:duotone>
            <a:lum bright="-20000" contrast="-40000"/>
          </a:blip>
          <a:stretch>
            <a:fillRect/>
          </a:stretch>
        </p:blipFill>
        <p:spPr>
          <a:xfrm>
            <a:off x="7383145" y="-4286"/>
            <a:ext cx="1830070" cy="5169694"/>
          </a:xfrm>
          <a:prstGeom prst="rect">
            <a:avLst/>
          </a:prstGeom>
        </p:spPr>
      </p:pic>
      <p:pic>
        <p:nvPicPr>
          <p:cNvPr id="12" name="Picture 11" descr="Shield-navy(rgb for online).png"/>
          <p:cNvPicPr>
            <a:picLocks noChangeAspect="1"/>
          </p:cNvPicPr>
          <p:nvPr/>
        </p:nvPicPr>
        <p:blipFill>
          <a:blip r:embed="rId14">
            <a:extLst>
              <a:ext uri="{28A0092B-C50C-407E-A947-70E740481C1C}">
                <a14:useLocalDpi xmlns:a14="http://schemas.microsoft.com/office/drawing/2010/main" val="0"/>
              </a:ext>
            </a:extLst>
          </a:blip>
          <a:stretch>
            <a:fillRect/>
          </a:stretch>
        </p:blipFill>
        <p:spPr>
          <a:xfrm>
            <a:off x="8432531" y="4446764"/>
            <a:ext cx="356139" cy="333393"/>
          </a:xfrm>
          <a:prstGeom prst="rect">
            <a:avLst/>
          </a:prstGeom>
        </p:spPr>
      </p:pic>
      <p:sp>
        <p:nvSpPr>
          <p:cNvPr id="9" name="Rectangle 4"/>
          <p:cNvSpPr/>
          <p:nvPr/>
        </p:nvSpPr>
        <p:spPr>
          <a:xfrm rot="10800000">
            <a:off x="0" y="5004435"/>
            <a:ext cx="9144000" cy="138589"/>
          </a:xfrm>
          <a:prstGeom prst="rect">
            <a:avLst/>
          </a:prstGeom>
          <a:gradFill>
            <a:gsLst>
              <a:gs pos="100000">
                <a:srgbClr val="CE57C1"/>
              </a:gs>
              <a:gs pos="27000">
                <a:srgbClr val="000044"/>
              </a:gs>
            </a:gsLst>
            <a:lin ang="13500000" scaled="0"/>
          </a:gra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Lst>
  <p:hf hdr="0" ftr="0" dt="0"/>
  <p:txStyles>
    <p:titleStyle>
      <a:lvl1pPr algn="l" defTabSz="342900" rtl="0" eaLnBrk="1" latinLnBrk="0" hangingPunct="1">
        <a:spcBef>
          <a:spcPct val="0"/>
        </a:spcBef>
        <a:buNone/>
        <a:defRPr sz="2700" u="none" strike="noStrike" kern="1200" cap="all" spc="0" normalizeH="0">
          <a:solidFill>
            <a:schemeClr val="tx1"/>
          </a:solidFill>
          <a:uFillTx/>
          <a:latin typeface="Times New Roman" panose="02020503050405090304" pitchFamily="18" charset="0"/>
          <a:ea typeface="+mj-ea"/>
          <a:cs typeface="+mj-cs"/>
        </a:defRPr>
      </a:lvl1pPr>
    </p:titleStyle>
    <p:bodyStyle>
      <a:lvl1pPr marL="257175" indent="-257175" algn="l" defTabSz="342900" rtl="0" eaLnBrk="1" latinLnBrk="0" hangingPunct="1">
        <a:spcBef>
          <a:spcPct val="20000"/>
        </a:spcBef>
        <a:buFont typeface="Arial" panose="020B0604020202090204"/>
        <a:buChar char="•"/>
        <a:defRPr sz="2400" kern="1200">
          <a:solidFill>
            <a:schemeClr val="tx1"/>
          </a:solidFill>
          <a:latin typeface="Times New Roman Regular" panose="02020503050405090304" charset="0"/>
          <a:ea typeface="+mn-ea"/>
          <a:cs typeface="Times New Roman Regular" panose="02020503050405090304" charset="0"/>
        </a:defRPr>
      </a:lvl1pPr>
      <a:lvl2pPr marL="557530" indent="-214630" algn="l" defTabSz="342900" rtl="0" eaLnBrk="1" latinLnBrk="0" hangingPunct="1">
        <a:spcBef>
          <a:spcPct val="20000"/>
        </a:spcBef>
        <a:buFont typeface="Arial" panose="020B0604020202090204"/>
        <a:buChar char="–"/>
        <a:defRPr sz="2100" kern="1200">
          <a:solidFill>
            <a:schemeClr val="tx1"/>
          </a:solidFill>
          <a:latin typeface="Times New Roman Regular" panose="02020503050405090304" charset="0"/>
          <a:ea typeface="+mn-ea"/>
          <a:cs typeface="Times New Roman Regular" panose="02020503050405090304" charset="0"/>
        </a:defRPr>
      </a:lvl2pPr>
      <a:lvl3pPr marL="857250" indent="-171450" algn="l" defTabSz="342900" rtl="0" eaLnBrk="1" latinLnBrk="0" hangingPunct="1">
        <a:spcBef>
          <a:spcPct val="20000"/>
        </a:spcBef>
        <a:buFont typeface="Arial" panose="020B0604020202090204"/>
        <a:buChar char="•"/>
        <a:defRPr sz="1800" kern="1200">
          <a:solidFill>
            <a:schemeClr val="tx1"/>
          </a:solidFill>
          <a:latin typeface="Times New Roman Regular" panose="02020503050405090304" charset="0"/>
          <a:ea typeface="+mn-ea"/>
          <a:cs typeface="Times New Roman Regular" panose="02020503050405090304" charset="0"/>
        </a:defRPr>
      </a:lvl3pPr>
      <a:lvl4pPr marL="1200150" indent="-171450" algn="l" defTabSz="342900" rtl="0" eaLnBrk="1" latinLnBrk="0" hangingPunct="1">
        <a:spcBef>
          <a:spcPct val="20000"/>
        </a:spcBef>
        <a:buFont typeface="Arial" panose="020B0604020202090204"/>
        <a:buChar char="–"/>
        <a:defRPr sz="1500" kern="1200">
          <a:solidFill>
            <a:schemeClr val="tx1"/>
          </a:solidFill>
          <a:latin typeface="Times New Roman Regular" panose="02020503050405090304" charset="0"/>
          <a:ea typeface="+mn-ea"/>
          <a:cs typeface="Times New Roman Regular" panose="02020503050405090304" charset="0"/>
        </a:defRPr>
      </a:lvl4pPr>
      <a:lvl5pPr marL="1543050" indent="-171450" algn="l" defTabSz="342900" rtl="0" eaLnBrk="1" latinLnBrk="0" hangingPunct="1">
        <a:spcBef>
          <a:spcPct val="20000"/>
        </a:spcBef>
        <a:buFont typeface="Arial" panose="020B0604020202090204"/>
        <a:buChar char="»"/>
        <a:defRPr sz="1500" kern="1200">
          <a:solidFill>
            <a:schemeClr val="tx1"/>
          </a:solidFill>
          <a:latin typeface="Times New Roman Regular" panose="02020503050405090304" charset="0"/>
          <a:ea typeface="+mn-ea"/>
          <a:cs typeface="Times New Roman Regular" panose="02020503050405090304" charset="0"/>
        </a:defRPr>
      </a:lvl5pPr>
      <a:lvl6pPr marL="1885950" indent="-171450" algn="l" defTabSz="342900" rtl="0" eaLnBrk="1" latinLnBrk="0" hangingPunct="1">
        <a:spcBef>
          <a:spcPct val="20000"/>
        </a:spcBef>
        <a:buFont typeface="Arial" panose="020B0604020202090204"/>
        <a:buChar char="•"/>
        <a:defRPr sz="1500" kern="1200">
          <a:solidFill>
            <a:schemeClr val="tx1"/>
          </a:solidFill>
          <a:latin typeface="+mn-lt"/>
          <a:ea typeface="+mn-ea"/>
          <a:cs typeface="+mn-cs"/>
        </a:defRPr>
      </a:lvl6pPr>
      <a:lvl7pPr marL="2228850" indent="-171450" algn="l" defTabSz="342900" rtl="0" eaLnBrk="1" latinLnBrk="0" hangingPunct="1">
        <a:spcBef>
          <a:spcPct val="20000"/>
        </a:spcBef>
        <a:buFont typeface="Arial" panose="020B0604020202090204"/>
        <a:buChar char="•"/>
        <a:defRPr sz="1500" kern="1200">
          <a:solidFill>
            <a:schemeClr val="tx1"/>
          </a:solidFill>
          <a:latin typeface="+mn-lt"/>
          <a:ea typeface="+mn-ea"/>
          <a:cs typeface="+mn-cs"/>
        </a:defRPr>
      </a:lvl7pPr>
      <a:lvl8pPr marL="2571750" indent="-171450" algn="l" defTabSz="342900" rtl="0" eaLnBrk="1" latinLnBrk="0" hangingPunct="1">
        <a:spcBef>
          <a:spcPct val="20000"/>
        </a:spcBef>
        <a:buFont typeface="Arial" panose="020B0604020202090204"/>
        <a:buChar char="•"/>
        <a:defRPr sz="1500" kern="1200">
          <a:solidFill>
            <a:schemeClr val="tx1"/>
          </a:solidFill>
          <a:latin typeface="+mn-lt"/>
          <a:ea typeface="+mn-ea"/>
          <a:cs typeface="+mn-cs"/>
        </a:defRPr>
      </a:lvl8pPr>
      <a:lvl9pPr marL="2914650" indent="-171450" algn="l" defTabSz="342900" rtl="0" eaLnBrk="1" latinLnBrk="0" hangingPunct="1">
        <a:spcBef>
          <a:spcPct val="20000"/>
        </a:spcBef>
        <a:buFont typeface="Arial" panose="020B0604020202090204"/>
        <a:buChar char="•"/>
        <a:defRPr sz="1500" kern="1200">
          <a:solidFill>
            <a:schemeClr val="tx1"/>
          </a:solidFill>
          <a:latin typeface="+mn-lt"/>
          <a:ea typeface="+mn-ea"/>
          <a:cs typeface="+mn-cs"/>
        </a:defRPr>
      </a:lvl9pPr>
    </p:bodyStyle>
    <p:otherStyle>
      <a:defPPr>
        <a:defRPr lang="en-US"/>
      </a:defPPr>
      <a:lvl1pPr marL="0" algn="l" defTabSz="342900" rtl="0" eaLnBrk="1" latinLnBrk="0" hangingPunct="1">
        <a:defRPr sz="1350" kern="1200">
          <a:solidFill>
            <a:schemeClr val="tx1"/>
          </a:solidFill>
          <a:latin typeface="+mn-lt"/>
          <a:ea typeface="+mn-ea"/>
          <a:cs typeface="+mn-cs"/>
        </a:defRPr>
      </a:lvl1pPr>
      <a:lvl2pPr marL="342900" algn="l" defTabSz="342900" rtl="0" eaLnBrk="1" latinLnBrk="0" hangingPunct="1">
        <a:defRPr sz="1350" kern="1200">
          <a:solidFill>
            <a:schemeClr val="tx1"/>
          </a:solidFill>
          <a:latin typeface="+mn-lt"/>
          <a:ea typeface="+mn-ea"/>
          <a:cs typeface="+mn-cs"/>
        </a:defRPr>
      </a:lvl2pPr>
      <a:lvl3pPr marL="685800" algn="l" defTabSz="342900" rtl="0" eaLnBrk="1" latinLnBrk="0" hangingPunct="1">
        <a:defRPr sz="1350" kern="1200">
          <a:solidFill>
            <a:schemeClr val="tx1"/>
          </a:solidFill>
          <a:latin typeface="+mn-lt"/>
          <a:ea typeface="+mn-ea"/>
          <a:cs typeface="+mn-cs"/>
        </a:defRPr>
      </a:lvl3pPr>
      <a:lvl4pPr marL="1028700" algn="l" defTabSz="342900" rtl="0" eaLnBrk="1" latinLnBrk="0" hangingPunct="1">
        <a:defRPr sz="1350" kern="1200">
          <a:solidFill>
            <a:schemeClr val="tx1"/>
          </a:solidFill>
          <a:latin typeface="+mn-lt"/>
          <a:ea typeface="+mn-ea"/>
          <a:cs typeface="+mn-cs"/>
        </a:defRPr>
      </a:lvl4pPr>
      <a:lvl5pPr marL="1371600" algn="l" defTabSz="342900" rtl="0" eaLnBrk="1" latinLnBrk="0" hangingPunct="1">
        <a:defRPr sz="1350" kern="1200">
          <a:solidFill>
            <a:schemeClr val="tx1"/>
          </a:solidFill>
          <a:latin typeface="+mn-lt"/>
          <a:ea typeface="+mn-ea"/>
          <a:cs typeface="+mn-cs"/>
        </a:defRPr>
      </a:lvl5pPr>
      <a:lvl6pPr marL="1714500" algn="l" defTabSz="342900" rtl="0" eaLnBrk="1" latinLnBrk="0" hangingPunct="1">
        <a:defRPr sz="1350" kern="1200">
          <a:solidFill>
            <a:schemeClr val="tx1"/>
          </a:solidFill>
          <a:latin typeface="+mn-lt"/>
          <a:ea typeface="+mn-ea"/>
          <a:cs typeface="+mn-cs"/>
        </a:defRPr>
      </a:lvl6pPr>
      <a:lvl7pPr marL="2057400" algn="l" defTabSz="342900" rtl="0" eaLnBrk="1" latinLnBrk="0" hangingPunct="1">
        <a:defRPr sz="1350" kern="1200">
          <a:solidFill>
            <a:schemeClr val="tx1"/>
          </a:solidFill>
          <a:latin typeface="+mn-lt"/>
          <a:ea typeface="+mn-ea"/>
          <a:cs typeface="+mn-cs"/>
        </a:defRPr>
      </a:lvl7pPr>
      <a:lvl8pPr marL="2400300" algn="l" defTabSz="342900" rtl="0" eaLnBrk="1" latinLnBrk="0" hangingPunct="1">
        <a:defRPr sz="1350" kern="1200">
          <a:solidFill>
            <a:schemeClr val="tx1"/>
          </a:solidFill>
          <a:latin typeface="+mn-lt"/>
          <a:ea typeface="+mn-ea"/>
          <a:cs typeface="+mn-cs"/>
        </a:defRPr>
      </a:lvl8pPr>
      <a:lvl9pPr marL="2743200" algn="l" defTabSz="3429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2.xml"/><Relationship Id="rId1" Type="http://schemas.openxmlformats.org/officeDocument/2006/relationships/image" Target="../media/image3.emf"/></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tags" Target="../tags/tag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7" Type="http://schemas.openxmlformats.org/officeDocument/2006/relationships/notesSlide" Target="../notesSlides/notesSlide2.xml"/><Relationship Id="rId6" Type="http://schemas.openxmlformats.org/officeDocument/2006/relationships/slideLayout" Target="../slideLayouts/slideLayout23.xml"/><Relationship Id="rId5" Type="http://schemas.openxmlformats.org/officeDocument/2006/relationships/hyperlink" Target="http://www.xjtlu.edu.cn/en/" TargetMode="External"/><Relationship Id="rId4" Type="http://schemas.openxmlformats.org/officeDocument/2006/relationships/image" Target="../media/image6.jpeg"/><Relationship Id="rId3" Type="http://schemas.openxmlformats.org/officeDocument/2006/relationships/image" Target="../media/image5.png"/><Relationship Id="rId2" Type="http://schemas.openxmlformats.org/officeDocument/2006/relationships/image" Target="../media/image3.emf"/><Relationship Id="rId1" Type="http://schemas.openxmlformats.org/officeDocument/2006/relationships/image" Target="../media/image4.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74370" y="1056005"/>
            <a:ext cx="7694930" cy="1315085"/>
          </a:xfrm>
        </p:spPr>
        <p:txBody>
          <a:bodyPr>
            <a:noAutofit/>
          </a:bodyPr>
          <a:lstStyle/>
          <a:p>
            <a:r>
              <a:rPr lang="en-US" altLang="zh-CN" sz="3200" dirty="0"/>
              <a:t>Natural Language Processing</a:t>
            </a:r>
            <a:br>
              <a:rPr lang="en-US" altLang="zh-CN" sz="3200" dirty="0"/>
            </a:br>
            <a:r>
              <a:rPr lang="en-US" altLang="zh-CN" sz="3200" dirty="0">
                <a:solidFill>
                  <a:srgbClr val="000044"/>
                </a:solidFill>
                <a:cs typeface="DIN-Regular"/>
                <a:sym typeface="+mn-ea"/>
              </a:rPr>
              <a:t>DTS305TC</a:t>
            </a:r>
            <a:endParaRPr lang="en-US" altLang="zh-CN" sz="3200" dirty="0"/>
          </a:p>
        </p:txBody>
      </p:sp>
      <p:pic>
        <p:nvPicPr>
          <p:cNvPr id="8" name="Picture 7"/>
          <p:cNvPicPr>
            <a:picLocks noChangeAspect="1"/>
          </p:cNvPicPr>
          <p:nvPr/>
        </p:nvPicPr>
        <p:blipFill>
          <a:blip r:embed="rId1"/>
          <a:stretch>
            <a:fillRect/>
          </a:stretch>
        </p:blipFill>
        <p:spPr>
          <a:xfrm>
            <a:off x="3822859" y="3635858"/>
            <a:ext cx="1733550" cy="370813"/>
          </a:xfrm>
          <a:prstGeom prst="rect">
            <a:avLst/>
          </a:prstGeom>
        </p:spPr>
      </p:pic>
      <p:sp>
        <p:nvSpPr>
          <p:cNvPr id="9" name="Subtitle 2"/>
          <p:cNvSpPr txBox="1"/>
          <p:nvPr/>
        </p:nvSpPr>
        <p:spPr>
          <a:xfrm>
            <a:off x="2815937" y="2370501"/>
            <a:ext cx="3600450" cy="810802"/>
          </a:xfrm>
          <a:prstGeom prst="rect">
            <a:avLst/>
          </a:prstGeom>
        </p:spPr>
        <p:txBody>
          <a:bodyPr vert="horz" lIns="51435" tIns="25718" rIns="51435" bIns="25718" rtlCol="0">
            <a:noAutofit/>
          </a:bodyPr>
          <a:lstStyle>
            <a:lvl1pPr marL="0" indent="0" algn="ctr" defTabSz="457200" rtl="0" eaLnBrk="1" latinLnBrk="0" hangingPunct="1">
              <a:spcBef>
                <a:spcPct val="20000"/>
              </a:spcBef>
              <a:buFont typeface="Arial" panose="020B0604020202090204"/>
              <a:buNone/>
              <a:defRPr sz="3200" kern="1200">
                <a:solidFill>
                  <a:schemeClr val="tx1">
                    <a:tint val="75000"/>
                  </a:schemeClr>
                </a:solidFill>
                <a:latin typeface="+mn-lt"/>
                <a:ea typeface="+mn-ea"/>
                <a:cs typeface="+mn-cs"/>
              </a:defRPr>
            </a:lvl1pPr>
            <a:lvl2pPr marL="457200" indent="0" algn="ctr" defTabSz="457200" rtl="0" eaLnBrk="1" latinLnBrk="0" hangingPunct="1">
              <a:spcBef>
                <a:spcPct val="20000"/>
              </a:spcBef>
              <a:buFont typeface="Arial" panose="020B0604020202090204"/>
              <a:buNone/>
              <a:defRPr sz="2800" kern="1200">
                <a:solidFill>
                  <a:schemeClr val="tx1">
                    <a:tint val="75000"/>
                  </a:schemeClr>
                </a:solidFill>
                <a:latin typeface="+mn-lt"/>
                <a:ea typeface="+mn-ea"/>
                <a:cs typeface="+mn-cs"/>
              </a:defRPr>
            </a:lvl2pPr>
            <a:lvl3pPr marL="914400" indent="0" algn="ctr" defTabSz="457200" rtl="0" eaLnBrk="1" latinLnBrk="0" hangingPunct="1">
              <a:spcBef>
                <a:spcPct val="20000"/>
              </a:spcBef>
              <a:buFont typeface="Arial" panose="020B0604020202090204"/>
              <a:buNone/>
              <a:defRPr sz="2400" kern="1200">
                <a:solidFill>
                  <a:schemeClr val="tx1">
                    <a:tint val="75000"/>
                  </a:schemeClr>
                </a:solidFill>
                <a:latin typeface="+mn-lt"/>
                <a:ea typeface="+mn-ea"/>
                <a:cs typeface="+mn-cs"/>
              </a:defRPr>
            </a:lvl3pPr>
            <a:lvl4pPr marL="1371600" indent="0" algn="ctr" defTabSz="457200" rtl="0" eaLnBrk="1" latinLnBrk="0" hangingPunct="1">
              <a:spcBef>
                <a:spcPct val="20000"/>
              </a:spcBef>
              <a:buFont typeface="Arial" panose="020B0604020202090204"/>
              <a:buNone/>
              <a:defRPr sz="2000" kern="1200">
                <a:solidFill>
                  <a:schemeClr val="tx1">
                    <a:tint val="75000"/>
                  </a:schemeClr>
                </a:solidFill>
                <a:latin typeface="+mn-lt"/>
                <a:ea typeface="+mn-ea"/>
                <a:cs typeface="+mn-cs"/>
              </a:defRPr>
            </a:lvl4pPr>
            <a:lvl5pPr marL="1828800" indent="0" algn="ctr" defTabSz="457200" rtl="0" eaLnBrk="1" latinLnBrk="0" hangingPunct="1">
              <a:spcBef>
                <a:spcPct val="20000"/>
              </a:spcBef>
              <a:buFont typeface="Arial" panose="020B0604020202090204"/>
              <a:buNone/>
              <a:defRPr sz="2000" kern="1200">
                <a:solidFill>
                  <a:schemeClr val="tx1">
                    <a:tint val="75000"/>
                  </a:schemeClr>
                </a:solidFill>
                <a:latin typeface="+mn-lt"/>
                <a:ea typeface="+mn-ea"/>
                <a:cs typeface="+mn-cs"/>
              </a:defRPr>
            </a:lvl5pPr>
            <a:lvl6pPr marL="2286000" indent="0" algn="ctr" defTabSz="457200" rtl="0" eaLnBrk="1" latinLnBrk="0" hangingPunct="1">
              <a:spcBef>
                <a:spcPct val="20000"/>
              </a:spcBef>
              <a:buFont typeface="Arial" panose="020B0604020202090204"/>
              <a:buNone/>
              <a:defRPr sz="2000" kern="1200">
                <a:solidFill>
                  <a:schemeClr val="tx1">
                    <a:tint val="75000"/>
                  </a:schemeClr>
                </a:solidFill>
                <a:latin typeface="+mn-lt"/>
                <a:ea typeface="+mn-ea"/>
                <a:cs typeface="+mn-cs"/>
              </a:defRPr>
            </a:lvl6pPr>
            <a:lvl7pPr marL="2743200" indent="0" algn="ctr" defTabSz="457200" rtl="0" eaLnBrk="1" latinLnBrk="0" hangingPunct="1">
              <a:spcBef>
                <a:spcPct val="20000"/>
              </a:spcBef>
              <a:buFont typeface="Arial" panose="020B0604020202090204"/>
              <a:buNone/>
              <a:defRPr sz="2000" kern="1200">
                <a:solidFill>
                  <a:schemeClr val="tx1">
                    <a:tint val="75000"/>
                  </a:schemeClr>
                </a:solidFill>
                <a:latin typeface="+mn-lt"/>
                <a:ea typeface="+mn-ea"/>
                <a:cs typeface="+mn-cs"/>
              </a:defRPr>
            </a:lvl7pPr>
            <a:lvl8pPr marL="3200400" indent="0" algn="ctr" defTabSz="457200" rtl="0" eaLnBrk="1" latinLnBrk="0" hangingPunct="1">
              <a:spcBef>
                <a:spcPct val="20000"/>
              </a:spcBef>
              <a:buFont typeface="Arial" panose="020B0604020202090204"/>
              <a:buNone/>
              <a:defRPr sz="2000" kern="1200">
                <a:solidFill>
                  <a:schemeClr val="tx1">
                    <a:tint val="75000"/>
                  </a:schemeClr>
                </a:solidFill>
                <a:latin typeface="+mn-lt"/>
                <a:ea typeface="+mn-ea"/>
                <a:cs typeface="+mn-cs"/>
              </a:defRPr>
            </a:lvl8pPr>
            <a:lvl9pPr marL="3657600" indent="0" algn="ctr" defTabSz="457200" rtl="0" eaLnBrk="1" latinLnBrk="0" hangingPunct="1">
              <a:spcBef>
                <a:spcPct val="20000"/>
              </a:spcBef>
              <a:buFont typeface="Arial" panose="020B0604020202090204"/>
              <a:buNone/>
              <a:defRPr sz="2000" kern="1200">
                <a:solidFill>
                  <a:schemeClr val="tx1">
                    <a:tint val="75000"/>
                  </a:schemeClr>
                </a:solidFill>
                <a:latin typeface="+mn-lt"/>
                <a:ea typeface="+mn-ea"/>
                <a:cs typeface="+mn-cs"/>
              </a:defRPr>
            </a:lvl9pPr>
          </a:lstStyle>
          <a:p>
            <a:r>
              <a:rPr lang="en-US" altLang="zh-CN" sz="1350" cap="all" dirty="0" err="1">
                <a:solidFill>
                  <a:srgbClr val="000044"/>
                </a:solidFill>
                <a:cs typeface="DIN-Regular"/>
              </a:rPr>
              <a:t>Huakang</a:t>
            </a:r>
            <a:r>
              <a:rPr lang="zh-CN" altLang="en-US" sz="1350" cap="all" dirty="0">
                <a:solidFill>
                  <a:srgbClr val="000044"/>
                </a:solidFill>
                <a:cs typeface="DIN-Regular"/>
              </a:rPr>
              <a:t> </a:t>
            </a:r>
            <a:r>
              <a:rPr lang="en-US" altLang="zh-CN" sz="1350" cap="all" dirty="0">
                <a:solidFill>
                  <a:srgbClr val="000044"/>
                </a:solidFill>
                <a:cs typeface="DIN-Regular"/>
              </a:rPr>
              <a:t>Li</a:t>
            </a:r>
            <a:endParaRPr lang="en-US" altLang="zh-CN" sz="1350" cap="all" dirty="0">
              <a:solidFill>
                <a:srgbClr val="000044"/>
              </a:solidFill>
              <a:cs typeface="DIN-Regular"/>
            </a:endParaRPr>
          </a:p>
          <a:p>
            <a:r>
              <a:rPr lang="en-US" altLang="zh-CN" sz="1350" cap="all" dirty="0" err="1">
                <a:solidFill>
                  <a:srgbClr val="000044"/>
                </a:solidFill>
                <a:cs typeface="DIN-Regular"/>
              </a:rPr>
              <a:t>Huakang.li@xjtlu.edu.cn</a:t>
            </a:r>
            <a:endParaRPr lang="en-US" altLang="zh-CN" sz="1350" cap="all" dirty="0">
              <a:solidFill>
                <a:srgbClr val="000044"/>
              </a:solidFill>
              <a:cs typeface="DIN-Regular"/>
            </a:endParaRPr>
          </a:p>
          <a:p>
            <a:r>
              <a:rPr lang="en-US" altLang="zh-CN" sz="1350" cap="all" dirty="0">
                <a:solidFill>
                  <a:srgbClr val="000044"/>
                </a:solidFill>
                <a:cs typeface="DIN-Regular"/>
              </a:rPr>
              <a:t>School</a:t>
            </a:r>
            <a:r>
              <a:rPr lang="zh-CN" altLang="en-US" sz="1350" cap="all" dirty="0">
                <a:solidFill>
                  <a:srgbClr val="000044"/>
                </a:solidFill>
                <a:cs typeface="DIN-Regular"/>
              </a:rPr>
              <a:t> </a:t>
            </a:r>
            <a:r>
              <a:rPr lang="en-US" altLang="zh-CN" sz="1350" cap="all" dirty="0">
                <a:solidFill>
                  <a:srgbClr val="000044"/>
                </a:solidFill>
                <a:cs typeface="DIN-Regular"/>
              </a:rPr>
              <a:t>of</a:t>
            </a:r>
            <a:r>
              <a:rPr lang="zh-CN" altLang="en-US" sz="1350" cap="all" dirty="0">
                <a:solidFill>
                  <a:srgbClr val="000044"/>
                </a:solidFill>
                <a:cs typeface="DIN-Regular"/>
              </a:rPr>
              <a:t> </a:t>
            </a:r>
            <a:r>
              <a:rPr lang="en-US" altLang="zh-CN" sz="1350" cap="all" dirty="0">
                <a:solidFill>
                  <a:srgbClr val="000044"/>
                </a:solidFill>
                <a:cs typeface="DIN-Regular"/>
              </a:rPr>
              <a:t>AI</a:t>
            </a:r>
            <a:r>
              <a:rPr lang="zh-CN" altLang="en-US" sz="1350" cap="all" dirty="0">
                <a:solidFill>
                  <a:srgbClr val="000044"/>
                </a:solidFill>
                <a:cs typeface="DIN-Regular"/>
              </a:rPr>
              <a:t> </a:t>
            </a:r>
            <a:r>
              <a:rPr lang="en-US" altLang="zh-CN" sz="1350" cap="all" dirty="0">
                <a:solidFill>
                  <a:srgbClr val="000044"/>
                </a:solidFill>
                <a:cs typeface="DIN-Regular"/>
              </a:rPr>
              <a:t>and</a:t>
            </a:r>
            <a:r>
              <a:rPr lang="zh-CN" altLang="en-US" sz="1350" cap="all" dirty="0">
                <a:solidFill>
                  <a:srgbClr val="000044"/>
                </a:solidFill>
                <a:cs typeface="DIN-Regular"/>
              </a:rPr>
              <a:t> </a:t>
            </a:r>
            <a:r>
              <a:rPr lang="en-US" altLang="zh-CN" sz="1350" cap="all" dirty="0">
                <a:solidFill>
                  <a:srgbClr val="000044"/>
                </a:solidFill>
                <a:cs typeface="DIN-Regular"/>
              </a:rPr>
              <a:t>Advanced</a:t>
            </a:r>
            <a:r>
              <a:rPr lang="zh-CN" altLang="en-US" sz="1350" cap="all" dirty="0">
                <a:solidFill>
                  <a:srgbClr val="000044"/>
                </a:solidFill>
                <a:cs typeface="DIN-Regular"/>
              </a:rPr>
              <a:t> </a:t>
            </a:r>
            <a:r>
              <a:rPr lang="en-US" altLang="zh-CN" sz="1350" cap="all" dirty="0">
                <a:solidFill>
                  <a:srgbClr val="000044"/>
                </a:solidFill>
                <a:cs typeface="DIN-Regular"/>
              </a:rPr>
              <a:t>Computing</a:t>
            </a:r>
            <a:endParaRPr lang="en-US" sz="1350" cap="all" dirty="0">
              <a:solidFill>
                <a:srgbClr val="000044"/>
              </a:solidFill>
              <a:cs typeface="DIN-Regular"/>
            </a:endParaRPr>
          </a:p>
          <a:p>
            <a:endParaRPr lang="en-US" sz="1350" cap="all" dirty="0">
              <a:solidFill>
                <a:srgbClr val="000044"/>
              </a:solidFill>
              <a:cs typeface="DIN-Regular"/>
            </a:endParaRPr>
          </a:p>
        </p:txBody>
      </p:sp>
    </p:spTree>
  </p:cSld>
  <p:clrMapOvr>
    <a:masterClrMapping/>
  </p:clrMapOvr>
  <mc:AlternateContent xmlns:mc="http://schemas.openxmlformats.org/markup-compatibility/2006">
    <mc:Choice xmlns:p14="http://schemas.microsoft.com/office/powerpoint/2010/main" Requires="p14">
      <p:transition spd="slow" p14:dur="2000" advTm="20103"/>
    </mc:Choice>
    <mc:Fallback>
      <p:transition spd="slow" advTm="20103"/>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标题 2"/>
          <p:cNvSpPr>
            <a:spLocks noGrp="1"/>
          </p:cNvSpPr>
          <p:nvPr>
            <p:ph type="ctrTitle"/>
          </p:nvPr>
        </p:nvSpPr>
        <p:spPr/>
        <p:txBody>
          <a:bodyPr/>
          <a:p>
            <a:r>
              <a:rPr lang="en-US" altLang="zh-CN"/>
              <a:t>Lab 5 Document Classification</a:t>
            </a:r>
            <a:endParaRPr lang="en-US" altLang="zh-CN"/>
          </a:p>
        </p:txBody>
      </p:sp>
      <p:sp>
        <p:nvSpPr>
          <p:cNvPr id="4" name="副标题 3"/>
          <p:cNvSpPr>
            <a:spLocks noGrp="1"/>
          </p:cNvSpPr>
          <p:nvPr>
            <p:ph type="subTitle" idx="1"/>
          </p:nvPr>
        </p:nvSpPr>
        <p:spPr>
          <a:xfrm>
            <a:off x="1139190" y="2914650"/>
            <a:ext cx="6633210" cy="1314450"/>
          </a:xfrm>
        </p:spPr>
        <p:txBody>
          <a:bodyPr>
            <a:normAutofit fontScale="70000"/>
          </a:bodyPr>
          <a:p>
            <a:r>
              <a:rPr lang="en-US" altLang="zh-CN">
                <a:solidFill>
                  <a:schemeClr val="tx1"/>
                </a:solidFill>
              </a:rPr>
              <a:t>week 3 day 1</a:t>
            </a:r>
            <a:endParaRPr lang="en-US" altLang="zh-CN">
              <a:solidFill>
                <a:schemeClr val="tx1"/>
              </a:solidFill>
            </a:endParaRPr>
          </a:p>
          <a:p>
            <a:endParaRPr lang="en-US" altLang="zh-CN">
              <a:solidFill>
                <a:schemeClr val="tx1"/>
              </a:solidFill>
            </a:endParaRPr>
          </a:p>
          <a:p>
            <a:r>
              <a:rPr lang="en-US" altLang="zh-CN">
                <a:solidFill>
                  <a:schemeClr val="tx1"/>
                </a:solidFill>
              </a:rPr>
              <a:t>https://spotintelligence.com/2023/10/23/document-classification-python/</a:t>
            </a:r>
            <a:endParaRPr lang="en-US" altLang="zh-CN">
              <a:solidFill>
                <a:schemeClr val="tx1"/>
              </a:solidFill>
            </a:endParaRPr>
          </a:p>
        </p:txBody>
      </p:sp>
      <p:sp>
        <p:nvSpPr>
          <p:cNvPr id="2" name="灯片编号占位符 1"/>
          <p:cNvSpPr>
            <a:spLocks noGrp="1"/>
          </p:cNvSpPr>
          <p:nvPr>
            <p:ph type="sldNum" sz="quarter" idx="12"/>
          </p:nvPr>
        </p:nvSpPr>
        <p:spPr/>
        <p:txBody>
          <a:bodyPr/>
          <a:p>
            <a:fld id="{D07771B2-D7F7-364E-B6F3-F7FE93606BCE}" type="slidenum">
              <a:rPr lang="en-US" smtClean="0"/>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Overview</a:t>
            </a:r>
            <a:endParaRPr lang="en-US" dirty="0"/>
          </a:p>
        </p:txBody>
      </p:sp>
      <p:sp>
        <p:nvSpPr>
          <p:cNvPr id="3" name="Content Placeholder 2"/>
          <p:cNvSpPr>
            <a:spLocks noGrp="1"/>
          </p:cNvSpPr>
          <p:nvPr>
            <p:ph idx="1"/>
          </p:nvPr>
        </p:nvSpPr>
        <p:spPr/>
        <p:txBody>
          <a:bodyPr/>
          <a:lstStyle/>
          <a:p>
            <a:r>
              <a:rPr lang="en-US" dirty="0"/>
              <a:t>Convolutional Neural Networks (CNNs)</a:t>
            </a:r>
            <a:endParaRPr lang="en-US" dirty="0"/>
          </a:p>
          <a:p>
            <a:r>
              <a:rPr lang="en-US" dirty="0"/>
              <a:t>Recurrent Neural Networks</a:t>
            </a:r>
            <a:endParaRPr lang="en-US" dirty="0"/>
          </a:p>
          <a:p>
            <a:r>
              <a:rPr lang="en-US" dirty="0"/>
              <a:t>Long Short-Term Memory (LSTM)</a:t>
            </a:r>
            <a:endParaRPr lang="en-US" dirty="0"/>
          </a:p>
        </p:txBody>
      </p:sp>
      <p:sp>
        <p:nvSpPr>
          <p:cNvPr id="4" name="Slide Number Placeholder 3"/>
          <p:cNvSpPr>
            <a:spLocks noGrp="1"/>
          </p:cNvSpPr>
          <p:nvPr>
            <p:ph type="sldNum" sz="quarter" idx="12"/>
          </p:nvPr>
        </p:nvSpPr>
        <p:spPr/>
        <p:txBody>
          <a:bodyPr/>
          <a:lstStyle/>
          <a:p>
            <a:fld id="{D07771B2-D7F7-364E-B6F3-F7FE93606BCE}" type="slidenum">
              <a:rPr lang="en-US" smtClean="0"/>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ym typeface="+mn-ea"/>
              </a:rPr>
              <a:t>Convolutional Neural Networks (CNNs)</a:t>
            </a:r>
            <a:endParaRPr lang="en-US" dirty="0"/>
          </a:p>
        </p:txBody>
      </p:sp>
      <p:sp>
        <p:nvSpPr>
          <p:cNvPr id="3" name="Content Placeholder 2"/>
          <p:cNvSpPr>
            <a:spLocks noGrp="1"/>
          </p:cNvSpPr>
          <p:nvPr>
            <p:ph idx="1"/>
          </p:nvPr>
        </p:nvSpPr>
        <p:spPr/>
        <p:txBody>
          <a:bodyPr/>
          <a:lstStyle/>
          <a:p>
            <a:pPr algn="just"/>
            <a:r>
              <a:rPr lang="en-US" sz="2000" dirty="0"/>
              <a:t>Architecture: CNNs are traditionally used for image analysis but have been adapted for text classification. They use convolutional layers to extract local features from the text.</a:t>
            </a:r>
            <a:endParaRPr lang="en-US" sz="2000" dirty="0"/>
          </a:p>
          <a:p>
            <a:pPr algn="just"/>
            <a:r>
              <a:rPr lang="en-US" sz="2000" dirty="0"/>
              <a:t>Applications: CNNs are suitable for tasks where local word arrangements or n-grams are essential, such as sentiment analysis and spam detection.</a:t>
            </a:r>
            <a:endParaRPr lang="en-US" sz="2000" dirty="0"/>
          </a:p>
        </p:txBody>
      </p:sp>
      <p:sp>
        <p:nvSpPr>
          <p:cNvPr id="4" name="Slide Number Placeholder 3"/>
          <p:cNvSpPr>
            <a:spLocks noGrp="1"/>
          </p:cNvSpPr>
          <p:nvPr>
            <p:ph type="sldNum" sz="quarter" idx="12"/>
          </p:nvPr>
        </p:nvSpPr>
        <p:spPr/>
        <p:txBody>
          <a:bodyPr/>
          <a:lstStyle/>
          <a:p>
            <a:fld id="{D07771B2-D7F7-364E-B6F3-F7FE93606BCE}" type="slidenum">
              <a:rPr lang="en-US" smtClean="0"/>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标题 2"/>
          <p:cNvSpPr>
            <a:spLocks noGrp="1"/>
          </p:cNvSpPr>
          <p:nvPr>
            <p:ph type="title"/>
          </p:nvPr>
        </p:nvSpPr>
        <p:spPr/>
        <p:txBody>
          <a:bodyPr/>
          <a:p>
            <a:r>
              <a:rPr lang="zh-CN" altLang="en-US"/>
              <a:t>Types of CNN in NLP</a:t>
            </a:r>
            <a:endParaRPr lang="zh-CN" altLang="en-US"/>
          </a:p>
        </p:txBody>
      </p:sp>
      <p:sp>
        <p:nvSpPr>
          <p:cNvPr id="4" name="内容占位符 3"/>
          <p:cNvSpPr>
            <a:spLocks noGrp="1"/>
          </p:cNvSpPr>
          <p:nvPr>
            <p:ph idx="1"/>
          </p:nvPr>
        </p:nvSpPr>
        <p:spPr/>
        <p:txBody>
          <a:bodyPr>
            <a:normAutofit fontScale="90000" lnSpcReduction="20000"/>
          </a:bodyPr>
          <a:p>
            <a:pPr algn="just"/>
            <a:r>
              <a:rPr lang="zh-CN" altLang="en-US"/>
              <a:t>1. 1D CNNs</a:t>
            </a:r>
            <a:endParaRPr lang="zh-CN" altLang="en-US"/>
          </a:p>
          <a:p>
            <a:pPr lvl="1" algn="just"/>
            <a:r>
              <a:rPr lang="zh-CN" altLang="en-US"/>
              <a:t>1DCNNs excel at capturing sequential patterns in documents, making them suitable for text classification tasks. By applying convolutional filters along the temporal dimension of text data, 1DCNNs can effectively extract local features that contribute to the overall classification of documents. Their ability to handle variable-length inputs and focus on salient features makes them a popular choice for document classification.</a:t>
            </a:r>
            <a:endParaRPr lang="zh-CN" altLang="en-US"/>
          </a:p>
          <a:p>
            <a:pPr lvl="0" algn="just"/>
            <a:r>
              <a:rPr lang="zh-CN" altLang="en-US"/>
              <a:t>2. 2D CNNs</a:t>
            </a:r>
            <a:endParaRPr lang="zh-CN" altLang="en-US"/>
          </a:p>
          <a:p>
            <a:pPr lvl="1" algn="just"/>
            <a:r>
              <a:rPr lang="zh-CN" altLang="en-US"/>
              <a:t>While traditionally used for image processing, 2DCNNs can also be adapted for document classification by treating text as a two-dimensional image (e.g., through character embeddings). By convolving over both spatial dimensions, 2DCNNs can capture complex patterns and relationships within documents. However, their application to text data often requires careful preprocessing and may not fully exploit the sequential nature of language.</a:t>
            </a:r>
            <a:endParaRPr lang="zh-CN" altLang="en-US"/>
          </a:p>
          <a:p>
            <a:pPr lvl="1" algn="just"/>
            <a:endParaRPr lang="zh-CN" altLang="en-US"/>
          </a:p>
        </p:txBody>
      </p:sp>
      <p:sp>
        <p:nvSpPr>
          <p:cNvPr id="2" name="灯片编号占位符 1"/>
          <p:cNvSpPr>
            <a:spLocks noGrp="1"/>
          </p:cNvSpPr>
          <p:nvPr>
            <p:ph type="sldNum" sz="quarter" idx="12"/>
          </p:nvPr>
        </p:nvSpPr>
        <p:spPr/>
        <p:txBody>
          <a:bodyPr/>
          <a:p>
            <a:fld id="{D07771B2-D7F7-364E-B6F3-F7FE93606BCE}" type="slidenum">
              <a:rPr lang="en-US" smtClean="0"/>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标题 2"/>
          <p:cNvSpPr>
            <a:spLocks noGrp="1"/>
          </p:cNvSpPr>
          <p:nvPr>
            <p:ph type="title"/>
          </p:nvPr>
        </p:nvSpPr>
        <p:spPr/>
        <p:txBody>
          <a:bodyPr/>
          <a:p>
            <a:r>
              <a:rPr lang="zh-CN" altLang="en-US"/>
              <a:t>Types of CNN in NLP</a:t>
            </a:r>
            <a:endParaRPr lang="zh-CN" altLang="en-US"/>
          </a:p>
        </p:txBody>
      </p:sp>
      <p:sp>
        <p:nvSpPr>
          <p:cNvPr id="4" name="内容占位符 3"/>
          <p:cNvSpPr>
            <a:spLocks noGrp="1"/>
          </p:cNvSpPr>
          <p:nvPr>
            <p:ph idx="1"/>
            <p:custDataLst>
              <p:tags r:id="rId1"/>
            </p:custDataLst>
          </p:nvPr>
        </p:nvSpPr>
        <p:spPr>
          <a:xfrm>
            <a:off x="457200" y="906780"/>
            <a:ext cx="8229600" cy="3881120"/>
          </a:xfrm>
        </p:spPr>
        <p:txBody>
          <a:bodyPr>
            <a:normAutofit fontScale="70000"/>
          </a:bodyPr>
          <a:p>
            <a:pPr algn="just"/>
            <a:r>
              <a:rPr lang="zh-CN" altLang="en-US"/>
              <a:t>3. Temporal CNNs</a:t>
            </a:r>
            <a:endParaRPr lang="zh-CN" altLang="en-US"/>
          </a:p>
          <a:p>
            <a:pPr lvl="1" algn="just"/>
            <a:r>
              <a:rPr lang="zh-CN" altLang="en-US"/>
              <a:t>Temporal CNNs are specifically designed to model temporal dependencies in sequential data, such as text documents. By incorporating temporal convolutions, these networks can capture long-range dependencies that are crucial for understanding the context and meaning of documents. They are particularly useful for tasks that require an understanding of the order and timing of events within a document.</a:t>
            </a:r>
            <a:endParaRPr lang="zh-CN" altLang="en-US"/>
          </a:p>
          <a:p>
            <a:pPr algn="just"/>
            <a:r>
              <a:rPr lang="zh-CN" altLang="en-US"/>
              <a:t>4. Dynamic CNNs</a:t>
            </a:r>
            <a:endParaRPr lang="zh-CN" altLang="en-US"/>
          </a:p>
          <a:p>
            <a:pPr lvl="1" algn="just"/>
            <a:r>
              <a:rPr lang="zh-CN" altLang="en-US"/>
              <a:t>Dynamic CNNs introduce flexibility and adaptability into the convolutional process, allowing the network to adjust its parameters or structure based on the input data. For document classification, this can mean that the network can dynamically focus on different aspects of the document, such as keywords, phrases, or syntactic structures, to improve classification accuracy. However, the complexity and computational demands of dynamic CNNs can make them challenging to implement and optimize for large-scale document classification tasks.</a:t>
            </a:r>
            <a:endParaRPr lang="zh-CN" altLang="en-US"/>
          </a:p>
        </p:txBody>
      </p:sp>
      <p:sp>
        <p:nvSpPr>
          <p:cNvPr id="2" name="灯片编号占位符 1"/>
          <p:cNvSpPr>
            <a:spLocks noGrp="1"/>
          </p:cNvSpPr>
          <p:nvPr>
            <p:ph type="sldNum" sz="quarter" idx="12"/>
          </p:nvPr>
        </p:nvSpPr>
        <p:spPr/>
        <p:txBody>
          <a:bodyPr/>
          <a:p>
            <a:fld id="{D07771B2-D7F7-364E-B6F3-F7FE93606BCE}" type="slidenum">
              <a:rPr lang="en-US" smtClean="0"/>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灯片编号占位符 1"/>
          <p:cNvSpPr>
            <a:spLocks noGrp="1"/>
          </p:cNvSpPr>
          <p:nvPr>
            <p:ph type="sldNum" sz="quarter" idx="12"/>
          </p:nvPr>
        </p:nvSpPr>
        <p:spPr/>
        <p:txBody>
          <a:bodyPr/>
          <a:p>
            <a:fld id="{D07771B2-D7F7-364E-B6F3-F7FE93606BCE}" type="slidenum">
              <a:rPr lang="en-US" smtClean="0"/>
            </a:fld>
            <a:endParaRPr lang="en-US"/>
          </a:p>
        </p:txBody>
      </p:sp>
      <p:sp>
        <p:nvSpPr>
          <p:cNvPr id="6" name="文本框 5"/>
          <p:cNvSpPr txBox="1"/>
          <p:nvPr/>
        </p:nvSpPr>
        <p:spPr>
          <a:xfrm>
            <a:off x="228600" y="361950"/>
            <a:ext cx="4110990" cy="3938270"/>
          </a:xfrm>
          <a:prstGeom prst="rect">
            <a:avLst/>
          </a:prstGeom>
          <a:noFill/>
        </p:spPr>
        <p:txBody>
          <a:bodyPr wrap="square" rtlCol="0" anchor="t">
            <a:spAutoFit/>
          </a:bodyPr>
          <a:p>
            <a:r>
              <a:rPr lang="zh-CN" altLang="en-US" sz="1000">
                <a:latin typeface="Times New Roman Regular" panose="02020503050405090304" charset="0"/>
                <a:ea typeface="微软雅黑" charset="0"/>
                <a:cs typeface="Times New Roman Regular" panose="02020503050405090304" charset="0"/>
              </a:rPr>
              <a:t>import pandas as pd</a:t>
            </a:r>
            <a:endParaRPr lang="zh-CN" altLang="en-US" sz="1000">
              <a:latin typeface="Times New Roman Regular" panose="02020503050405090304" charset="0"/>
              <a:ea typeface="微软雅黑" charset="0"/>
              <a:cs typeface="Times New Roman Regular" panose="02020503050405090304" charset="0"/>
            </a:endParaRPr>
          </a:p>
          <a:p>
            <a:r>
              <a:rPr lang="zh-CN" altLang="en-US" sz="1000">
                <a:latin typeface="Times New Roman Regular" panose="02020503050405090304" charset="0"/>
                <a:ea typeface="微软雅黑" charset="0"/>
                <a:cs typeface="Times New Roman Regular" panose="02020503050405090304" charset="0"/>
              </a:rPr>
              <a:t>import numpy as np</a:t>
            </a:r>
            <a:endParaRPr lang="zh-CN" altLang="en-US" sz="1000">
              <a:latin typeface="Times New Roman Regular" panose="02020503050405090304" charset="0"/>
              <a:ea typeface="微软雅黑" charset="0"/>
              <a:cs typeface="Times New Roman Regular" panose="02020503050405090304" charset="0"/>
            </a:endParaRPr>
          </a:p>
          <a:p>
            <a:r>
              <a:rPr lang="zh-CN" altLang="en-US" sz="1000">
                <a:latin typeface="Times New Roman Regular" panose="02020503050405090304" charset="0"/>
                <a:ea typeface="微软雅黑" charset="0"/>
                <a:cs typeface="Times New Roman Regular" panose="02020503050405090304" charset="0"/>
              </a:rPr>
              <a:t>from tensorflow.keras.preprocessing.text import Tokenizer</a:t>
            </a:r>
            <a:endParaRPr lang="zh-CN" altLang="en-US" sz="1000">
              <a:latin typeface="Times New Roman Regular" panose="02020503050405090304" charset="0"/>
              <a:ea typeface="微软雅黑" charset="0"/>
              <a:cs typeface="Times New Roman Regular" panose="02020503050405090304" charset="0"/>
            </a:endParaRPr>
          </a:p>
          <a:p>
            <a:r>
              <a:rPr lang="zh-CN" altLang="en-US" sz="1000">
                <a:latin typeface="Times New Roman Regular" panose="02020503050405090304" charset="0"/>
                <a:ea typeface="微软雅黑" charset="0"/>
                <a:cs typeface="Times New Roman Regular" panose="02020503050405090304" charset="0"/>
              </a:rPr>
              <a:t>from tensorflow.keras.preprocessing.sequence import pad_sequences</a:t>
            </a:r>
            <a:endParaRPr lang="zh-CN" altLang="en-US" sz="1000">
              <a:latin typeface="Times New Roman Regular" panose="02020503050405090304" charset="0"/>
              <a:ea typeface="微软雅黑" charset="0"/>
              <a:cs typeface="Times New Roman Regular" panose="02020503050405090304" charset="0"/>
            </a:endParaRPr>
          </a:p>
          <a:p>
            <a:r>
              <a:rPr lang="zh-CN" altLang="en-US" sz="1000">
                <a:latin typeface="Times New Roman Regular" panose="02020503050405090304" charset="0"/>
                <a:ea typeface="微软雅黑" charset="0"/>
                <a:cs typeface="Times New Roman Regular" panose="02020503050405090304" charset="0"/>
              </a:rPr>
              <a:t>from tensorflow.keras.models import Sequential</a:t>
            </a:r>
            <a:endParaRPr lang="zh-CN" altLang="en-US" sz="1000">
              <a:latin typeface="Times New Roman Regular" panose="02020503050405090304" charset="0"/>
              <a:ea typeface="微软雅黑" charset="0"/>
              <a:cs typeface="Times New Roman Regular" panose="02020503050405090304" charset="0"/>
            </a:endParaRPr>
          </a:p>
          <a:p>
            <a:r>
              <a:rPr lang="zh-CN" altLang="en-US" sz="1000">
                <a:latin typeface="Times New Roman Regular" panose="02020503050405090304" charset="0"/>
                <a:ea typeface="微软雅黑" charset="0"/>
                <a:cs typeface="Times New Roman Regular" panose="02020503050405090304" charset="0"/>
              </a:rPr>
              <a:t>from tensorflow.keras.layers import Embedding, Conv1D, GlobalMaxPooling1D, Dense, Dropout</a:t>
            </a:r>
            <a:endParaRPr lang="zh-CN" altLang="en-US" sz="1000">
              <a:latin typeface="Times New Roman Regular" panose="02020503050405090304" charset="0"/>
              <a:ea typeface="微软雅黑" charset="0"/>
              <a:cs typeface="Times New Roman Regular" panose="02020503050405090304" charset="0"/>
            </a:endParaRPr>
          </a:p>
          <a:p>
            <a:r>
              <a:rPr lang="zh-CN" altLang="en-US" sz="1000">
                <a:latin typeface="Times New Roman Regular" panose="02020503050405090304" charset="0"/>
                <a:ea typeface="微软雅黑" charset="0"/>
                <a:cs typeface="Times New Roman Regular" panose="02020503050405090304" charset="0"/>
              </a:rPr>
              <a:t>from sklearn.model_selection import train_test_split</a:t>
            </a:r>
            <a:endParaRPr lang="zh-CN" altLang="en-US" sz="1000">
              <a:latin typeface="Times New Roman Regular" panose="02020503050405090304" charset="0"/>
              <a:ea typeface="微软雅黑" charset="0"/>
              <a:cs typeface="Times New Roman Regular" panose="02020503050405090304" charset="0"/>
            </a:endParaRPr>
          </a:p>
          <a:p>
            <a:r>
              <a:rPr lang="zh-CN" altLang="en-US" sz="1000">
                <a:latin typeface="Times New Roman Regular" panose="02020503050405090304" charset="0"/>
                <a:ea typeface="微软雅黑" charset="0"/>
                <a:cs typeface="Times New Roman Regular" panose="02020503050405090304" charset="0"/>
              </a:rPr>
              <a:t>from sklearn.metrics import confusion_matrix, classification_report</a:t>
            </a:r>
            <a:endParaRPr lang="zh-CN" altLang="en-US" sz="1000">
              <a:latin typeface="Times New Roman Regular" panose="02020503050405090304" charset="0"/>
              <a:ea typeface="微软雅黑" charset="0"/>
              <a:cs typeface="Times New Roman Regular" panose="02020503050405090304" charset="0"/>
            </a:endParaRPr>
          </a:p>
          <a:p>
            <a:endParaRPr lang="zh-CN" altLang="en-US" sz="1000">
              <a:latin typeface="Times New Roman Regular" panose="02020503050405090304" charset="0"/>
              <a:ea typeface="微软雅黑" charset="0"/>
              <a:cs typeface="Times New Roman Regular" panose="02020503050405090304" charset="0"/>
            </a:endParaRPr>
          </a:p>
          <a:p>
            <a:r>
              <a:rPr lang="zh-CN" altLang="en-US" sz="1000">
                <a:latin typeface="Times New Roman Regular" panose="02020503050405090304" charset="0"/>
                <a:ea typeface="微软雅黑" charset="0"/>
                <a:cs typeface="Times New Roman Regular" panose="02020503050405090304" charset="0"/>
              </a:rPr>
              <a:t>file_path = 'business_data.csv'</a:t>
            </a:r>
            <a:endParaRPr lang="zh-CN" altLang="en-US" sz="1000">
              <a:latin typeface="Times New Roman Regular" panose="02020503050405090304" charset="0"/>
              <a:ea typeface="微软雅黑" charset="0"/>
              <a:cs typeface="Times New Roman Regular" panose="02020503050405090304" charset="0"/>
            </a:endParaRPr>
          </a:p>
          <a:p>
            <a:r>
              <a:rPr lang="zh-CN" altLang="en-US" sz="1000">
                <a:latin typeface="Times New Roman Regular" panose="02020503050405090304" charset="0"/>
                <a:ea typeface="微软雅黑" charset="0"/>
                <a:cs typeface="Times New Roman Regular" panose="02020503050405090304" charset="0"/>
              </a:rPr>
              <a:t>data = pd.read_csv(file_path)</a:t>
            </a:r>
            <a:endParaRPr lang="zh-CN" altLang="en-US" sz="1000">
              <a:latin typeface="Times New Roman Regular" panose="02020503050405090304" charset="0"/>
              <a:ea typeface="微软雅黑" charset="0"/>
              <a:cs typeface="Times New Roman Regular" panose="02020503050405090304" charset="0"/>
            </a:endParaRPr>
          </a:p>
          <a:p>
            <a:endParaRPr lang="zh-CN" altLang="en-US" sz="1000">
              <a:latin typeface="Times New Roman Regular" panose="02020503050405090304" charset="0"/>
              <a:ea typeface="微软雅黑" charset="0"/>
              <a:cs typeface="Times New Roman Regular" panose="02020503050405090304" charset="0"/>
            </a:endParaRPr>
          </a:p>
          <a:p>
            <a:r>
              <a:rPr lang="zh-CN" altLang="en-US" sz="1000">
                <a:latin typeface="Times New Roman Regular" panose="02020503050405090304" charset="0"/>
                <a:ea typeface="微软雅黑" charset="0"/>
                <a:cs typeface="Times New Roman Regular" panose="02020503050405090304" charset="0"/>
              </a:rPr>
              <a:t>texts = data['content'].tolist()</a:t>
            </a:r>
            <a:endParaRPr lang="zh-CN" altLang="en-US" sz="1000">
              <a:latin typeface="Times New Roman Regular" panose="02020503050405090304" charset="0"/>
              <a:ea typeface="微软雅黑" charset="0"/>
              <a:cs typeface="Times New Roman Regular" panose="02020503050405090304" charset="0"/>
            </a:endParaRPr>
          </a:p>
          <a:p>
            <a:r>
              <a:rPr lang="zh-CN" altLang="en-US" sz="1000">
                <a:latin typeface="Times New Roman Regular" panose="02020503050405090304" charset="0"/>
                <a:ea typeface="微软雅黑" charset="0"/>
                <a:cs typeface="Times New Roman Regular" panose="02020503050405090304" charset="0"/>
              </a:rPr>
              <a:t>categories = data['category'].tolist()</a:t>
            </a:r>
            <a:endParaRPr lang="zh-CN" altLang="en-US" sz="1000">
              <a:latin typeface="Times New Roman Regular" panose="02020503050405090304" charset="0"/>
              <a:ea typeface="微软雅黑" charset="0"/>
              <a:cs typeface="Times New Roman Regular" panose="02020503050405090304" charset="0"/>
            </a:endParaRPr>
          </a:p>
          <a:p>
            <a:endParaRPr lang="zh-CN" altLang="en-US" sz="1000">
              <a:latin typeface="Times New Roman Regular" panose="02020503050405090304" charset="0"/>
              <a:ea typeface="微软雅黑" charset="0"/>
              <a:cs typeface="Times New Roman Regular" panose="02020503050405090304" charset="0"/>
            </a:endParaRPr>
          </a:p>
          <a:p>
            <a:r>
              <a:rPr lang="zh-CN" altLang="en-US" sz="1000">
                <a:latin typeface="Times New Roman Regular" panose="02020503050405090304" charset="0"/>
                <a:ea typeface="微软雅黑" charset="0"/>
                <a:cs typeface="Times New Roman Regular" panose="02020503050405090304" charset="0"/>
              </a:rPr>
              <a:t>vocab_size = 10000  </a:t>
            </a:r>
            <a:endParaRPr lang="zh-CN" altLang="en-US" sz="1000">
              <a:latin typeface="Times New Roman Regular" panose="02020503050405090304" charset="0"/>
              <a:ea typeface="微软雅黑" charset="0"/>
              <a:cs typeface="Times New Roman Regular" panose="02020503050405090304" charset="0"/>
            </a:endParaRPr>
          </a:p>
          <a:p>
            <a:r>
              <a:rPr lang="zh-CN" altLang="en-US" sz="1000">
                <a:latin typeface="Times New Roman Regular" panose="02020503050405090304" charset="0"/>
                <a:ea typeface="微软雅黑" charset="0"/>
                <a:cs typeface="Times New Roman Regular" panose="02020503050405090304" charset="0"/>
              </a:rPr>
              <a:t>embedding_dim = 128</a:t>
            </a:r>
            <a:endParaRPr lang="zh-CN" altLang="en-US" sz="1000">
              <a:latin typeface="Times New Roman Regular" panose="02020503050405090304" charset="0"/>
              <a:ea typeface="微软雅黑" charset="0"/>
              <a:cs typeface="Times New Roman Regular" panose="02020503050405090304" charset="0"/>
            </a:endParaRPr>
          </a:p>
          <a:p>
            <a:r>
              <a:rPr lang="zh-CN" altLang="en-US" sz="1000">
                <a:latin typeface="Times New Roman Regular" panose="02020503050405090304" charset="0"/>
                <a:ea typeface="微软雅黑" charset="0"/>
                <a:cs typeface="Times New Roman Regular" panose="02020503050405090304" charset="0"/>
              </a:rPr>
              <a:t>maxlen = 100</a:t>
            </a:r>
            <a:endParaRPr lang="zh-CN" altLang="en-US" sz="1000">
              <a:latin typeface="Times New Roman Regular" panose="02020503050405090304" charset="0"/>
              <a:ea typeface="微软雅黑" charset="0"/>
              <a:cs typeface="Times New Roman Regular" panose="02020503050405090304" charset="0"/>
            </a:endParaRPr>
          </a:p>
          <a:p>
            <a:endParaRPr lang="zh-CN" altLang="en-US" sz="1000">
              <a:latin typeface="Times New Roman Regular" panose="02020503050405090304" charset="0"/>
              <a:ea typeface="微软雅黑" charset="0"/>
              <a:cs typeface="Times New Roman Regular" panose="02020503050405090304" charset="0"/>
            </a:endParaRPr>
          </a:p>
          <a:p>
            <a:r>
              <a:rPr lang="zh-CN" altLang="en-US" sz="1000">
                <a:latin typeface="Times New Roman Regular" panose="02020503050405090304" charset="0"/>
                <a:ea typeface="微软雅黑" charset="0"/>
                <a:cs typeface="Times New Roman Regular" panose="02020503050405090304" charset="0"/>
              </a:rPr>
              <a:t>tokenizer = Tokenizer(num_words=vocab_size, oov_token="&lt;OOV&gt;")</a:t>
            </a:r>
            <a:endParaRPr lang="zh-CN" altLang="en-US" sz="1000">
              <a:latin typeface="Times New Roman Regular" panose="02020503050405090304" charset="0"/>
              <a:ea typeface="微软雅黑" charset="0"/>
              <a:cs typeface="Times New Roman Regular" panose="02020503050405090304" charset="0"/>
            </a:endParaRPr>
          </a:p>
          <a:p>
            <a:r>
              <a:rPr lang="zh-CN" altLang="en-US" sz="1000">
                <a:latin typeface="Times New Roman Regular" panose="02020503050405090304" charset="0"/>
                <a:ea typeface="微软雅黑" charset="0"/>
                <a:cs typeface="Times New Roman Regular" panose="02020503050405090304" charset="0"/>
              </a:rPr>
              <a:t>tokenizer.fit_on_texts(texts)</a:t>
            </a:r>
            <a:endParaRPr lang="zh-CN" altLang="en-US" sz="1000">
              <a:latin typeface="Times New Roman Regular" panose="02020503050405090304" charset="0"/>
              <a:ea typeface="微软雅黑" charset="0"/>
              <a:cs typeface="Times New Roman Regular" panose="02020503050405090304" charset="0"/>
            </a:endParaRPr>
          </a:p>
          <a:p>
            <a:r>
              <a:rPr lang="zh-CN" altLang="en-US" sz="1000">
                <a:latin typeface="Times New Roman Regular" panose="02020503050405090304" charset="0"/>
                <a:ea typeface="微软雅黑" charset="0"/>
                <a:cs typeface="Times New Roman Regular" panose="02020503050405090304" charset="0"/>
              </a:rPr>
              <a:t>sequences = tokenizer.texts_to_sequences(texts)</a:t>
            </a:r>
            <a:endParaRPr lang="zh-CN" altLang="en-US" sz="1000">
              <a:latin typeface="Times New Roman Regular" panose="02020503050405090304" charset="0"/>
              <a:ea typeface="微软雅黑" charset="0"/>
              <a:cs typeface="Times New Roman Regular" panose="02020503050405090304" charset="0"/>
            </a:endParaRPr>
          </a:p>
          <a:p>
            <a:r>
              <a:rPr lang="zh-CN" altLang="en-US" sz="1000">
                <a:latin typeface="Times New Roman Regular" panose="02020503050405090304" charset="0"/>
                <a:ea typeface="微软雅黑" charset="0"/>
                <a:cs typeface="Times New Roman Regular" panose="02020503050405090304" charset="0"/>
              </a:rPr>
              <a:t>padded_sequences = pad_sequences(sequences, maxlen=maxlen, padding='post')</a:t>
            </a:r>
            <a:endParaRPr lang="zh-CN" altLang="en-US" sz="1000">
              <a:latin typeface="Times New Roman Regular" panose="02020503050405090304" charset="0"/>
              <a:ea typeface="微软雅黑" charset="0"/>
              <a:cs typeface="Times New Roman Regular" panose="02020503050405090304" charset="0"/>
            </a:endParaRPr>
          </a:p>
        </p:txBody>
      </p:sp>
      <p:sp>
        <p:nvSpPr>
          <p:cNvPr id="7" name="文本框 6"/>
          <p:cNvSpPr txBox="1"/>
          <p:nvPr/>
        </p:nvSpPr>
        <p:spPr>
          <a:xfrm>
            <a:off x="4190365" y="361950"/>
            <a:ext cx="4801235" cy="4399915"/>
          </a:xfrm>
          <a:prstGeom prst="rect">
            <a:avLst/>
          </a:prstGeom>
          <a:noFill/>
        </p:spPr>
        <p:txBody>
          <a:bodyPr wrap="square" rtlCol="0" anchor="t">
            <a:spAutoFit/>
          </a:bodyPr>
          <a:p>
            <a:r>
              <a:rPr lang="zh-CN" altLang="en-US" sz="1000">
                <a:latin typeface="Times New Roman Regular" panose="02020503050405090304" charset="0"/>
                <a:cs typeface="Times New Roman Regular" panose="02020503050405090304" charset="0"/>
                <a:sym typeface="+mn-ea"/>
              </a:rPr>
              <a:t>from sklearn.preprocessing import LabelEncoder</a:t>
            </a:r>
            <a:endParaRPr lang="zh-CN" altLang="en-US" sz="1000">
              <a:latin typeface="Times New Roman Regular" panose="02020503050405090304" charset="0"/>
              <a:cs typeface="Times New Roman Regular" panose="02020503050405090304" charset="0"/>
              <a:sym typeface="+mn-ea"/>
            </a:endParaRPr>
          </a:p>
          <a:p>
            <a:r>
              <a:rPr lang="zh-CN" altLang="en-US" sz="1000">
                <a:latin typeface="Times New Roman Regular" panose="02020503050405090304" charset="0"/>
                <a:cs typeface="Times New Roman Regular" panose="02020503050405090304" charset="0"/>
                <a:sym typeface="+mn-ea"/>
              </a:rPr>
              <a:t>label_encoder = LabelEncoder()</a:t>
            </a:r>
            <a:endParaRPr lang="zh-CN" altLang="en-US" sz="1000">
              <a:latin typeface="Times New Roman Regular" panose="02020503050405090304" charset="0"/>
              <a:cs typeface="Times New Roman Regular" panose="02020503050405090304" charset="0"/>
              <a:sym typeface="+mn-ea"/>
            </a:endParaRPr>
          </a:p>
          <a:p>
            <a:r>
              <a:rPr lang="zh-CN" altLang="en-US" sz="1000">
                <a:latin typeface="Times New Roman Regular" panose="02020503050405090304" charset="0"/>
                <a:cs typeface="Times New Roman Regular" panose="02020503050405090304" charset="0"/>
                <a:sym typeface="+mn-ea"/>
              </a:rPr>
              <a:t>encoded_labels = label_encoder.fit_transform(categories)</a:t>
            </a:r>
            <a:endParaRPr lang="zh-CN" altLang="en-US" sz="1000">
              <a:latin typeface="Times New Roman Regular" panose="02020503050405090304" charset="0"/>
              <a:cs typeface="Times New Roman Regular" panose="02020503050405090304" charset="0"/>
              <a:sym typeface="+mn-ea"/>
            </a:endParaRPr>
          </a:p>
          <a:p>
            <a:endParaRPr lang="zh-CN" altLang="en-US" sz="1000">
              <a:latin typeface="Times New Roman Regular" panose="02020503050405090304" charset="0"/>
              <a:cs typeface="Times New Roman Regular" panose="02020503050405090304" charset="0"/>
              <a:sym typeface="+mn-ea"/>
            </a:endParaRPr>
          </a:p>
          <a:p>
            <a:r>
              <a:rPr lang="zh-CN" altLang="en-US" sz="1000">
                <a:latin typeface="Times New Roman Regular" panose="02020503050405090304" charset="0"/>
                <a:cs typeface="Times New Roman Regular" panose="02020503050405090304" charset="0"/>
                <a:sym typeface="+mn-ea"/>
              </a:rPr>
              <a:t>x_train, x_test, y_train, y_test = train_test_split(padded_sequences, encoded_labels, test_size=0.2, random_state=42)</a:t>
            </a:r>
            <a:endParaRPr lang="zh-CN" altLang="en-US" sz="1000">
              <a:latin typeface="Times New Roman Regular" panose="02020503050405090304" charset="0"/>
              <a:cs typeface="Times New Roman Regular" panose="02020503050405090304" charset="0"/>
              <a:sym typeface="+mn-ea"/>
            </a:endParaRPr>
          </a:p>
          <a:p>
            <a:endParaRPr lang="zh-CN" altLang="en-US" sz="1000">
              <a:latin typeface="Times New Roman Regular" panose="02020503050405090304" charset="0"/>
              <a:cs typeface="Times New Roman Regular" panose="02020503050405090304" charset="0"/>
              <a:sym typeface="+mn-ea"/>
            </a:endParaRPr>
          </a:p>
          <a:p>
            <a:r>
              <a:rPr lang="zh-CN" altLang="en-US" sz="1000">
                <a:latin typeface="Times New Roman Regular" panose="02020503050405090304" charset="0"/>
                <a:cs typeface="Times New Roman Regular" panose="02020503050405090304" charset="0"/>
                <a:sym typeface="+mn-ea"/>
              </a:rPr>
              <a:t>model = Sequential()</a:t>
            </a:r>
            <a:endParaRPr lang="zh-CN" altLang="en-US" sz="1000">
              <a:latin typeface="Times New Roman Regular" panose="02020503050405090304" charset="0"/>
              <a:cs typeface="Times New Roman Regular" panose="02020503050405090304" charset="0"/>
              <a:sym typeface="+mn-ea"/>
            </a:endParaRPr>
          </a:p>
          <a:p>
            <a:r>
              <a:rPr lang="zh-CN" altLang="en-US" sz="1000">
                <a:latin typeface="Times New Roman Regular" panose="02020503050405090304" charset="0"/>
                <a:cs typeface="Times New Roman Regular" panose="02020503050405090304" charset="0"/>
                <a:sym typeface="+mn-ea"/>
              </a:rPr>
              <a:t>model.add(Embedding(vocab_size, embedding_dim, input_length=maxlen))</a:t>
            </a:r>
            <a:endParaRPr lang="zh-CN" altLang="en-US" sz="1000">
              <a:latin typeface="Times New Roman Regular" panose="02020503050405090304" charset="0"/>
              <a:cs typeface="Times New Roman Regular" panose="02020503050405090304" charset="0"/>
              <a:sym typeface="+mn-ea"/>
            </a:endParaRPr>
          </a:p>
          <a:p>
            <a:r>
              <a:rPr lang="zh-CN" altLang="en-US" sz="1000">
                <a:latin typeface="Times New Roman Regular" panose="02020503050405090304" charset="0"/>
                <a:cs typeface="Times New Roman Regular" panose="02020503050405090304" charset="0"/>
                <a:sym typeface="+mn-ea"/>
              </a:rPr>
              <a:t>model.add(Conv1D(filters=64, kernel_size=5, activation='relu'))</a:t>
            </a:r>
            <a:endParaRPr lang="zh-CN" altLang="en-US" sz="1000">
              <a:latin typeface="Times New Roman Regular" panose="02020503050405090304" charset="0"/>
              <a:cs typeface="Times New Roman Regular" panose="02020503050405090304" charset="0"/>
              <a:sym typeface="+mn-ea"/>
            </a:endParaRPr>
          </a:p>
          <a:p>
            <a:r>
              <a:rPr lang="zh-CN" altLang="en-US" sz="1000">
                <a:latin typeface="Times New Roman Regular" panose="02020503050405090304" charset="0"/>
                <a:cs typeface="Times New Roman Regular" panose="02020503050405090304" charset="0"/>
                <a:sym typeface="+mn-ea"/>
              </a:rPr>
              <a:t>model.add(GlobalMaxPooling1D())</a:t>
            </a:r>
            <a:endParaRPr lang="zh-CN" altLang="en-US" sz="1000">
              <a:latin typeface="Times New Roman Regular" panose="02020503050405090304" charset="0"/>
              <a:cs typeface="Times New Roman Regular" panose="02020503050405090304" charset="0"/>
              <a:sym typeface="+mn-ea"/>
            </a:endParaRPr>
          </a:p>
          <a:p>
            <a:r>
              <a:rPr lang="zh-CN" altLang="en-US" sz="1000">
                <a:latin typeface="Times New Roman Regular" panose="02020503050405090304" charset="0"/>
                <a:cs typeface="Times New Roman Regular" panose="02020503050405090304" charset="0"/>
                <a:sym typeface="+mn-ea"/>
              </a:rPr>
              <a:t>model.add(Dropout(0.5))</a:t>
            </a:r>
            <a:endParaRPr lang="zh-CN" altLang="en-US" sz="1000">
              <a:latin typeface="Times New Roman Regular" panose="02020503050405090304" charset="0"/>
              <a:cs typeface="Times New Roman Regular" panose="02020503050405090304" charset="0"/>
              <a:sym typeface="+mn-ea"/>
            </a:endParaRPr>
          </a:p>
          <a:p>
            <a:r>
              <a:rPr lang="zh-CN" altLang="en-US" sz="1000">
                <a:latin typeface="Times New Roman Regular" panose="02020503050405090304" charset="0"/>
                <a:cs typeface="Times New Roman Regular" panose="02020503050405090304" charset="0"/>
                <a:sym typeface="+mn-ea"/>
              </a:rPr>
              <a:t>model.add(Dense(1, activation='sigmoid'))  </a:t>
            </a:r>
            <a:endParaRPr lang="zh-CN" altLang="en-US" sz="1000">
              <a:latin typeface="Times New Roman Regular" panose="02020503050405090304" charset="0"/>
              <a:cs typeface="Times New Roman Regular" panose="02020503050405090304" charset="0"/>
              <a:sym typeface="+mn-ea"/>
            </a:endParaRPr>
          </a:p>
          <a:p>
            <a:endParaRPr lang="zh-CN" altLang="en-US" sz="1000">
              <a:latin typeface="Times New Roman Regular" panose="02020503050405090304" charset="0"/>
              <a:cs typeface="Times New Roman Regular" panose="02020503050405090304" charset="0"/>
              <a:sym typeface="+mn-ea"/>
            </a:endParaRPr>
          </a:p>
          <a:p>
            <a:r>
              <a:rPr lang="zh-CN" altLang="en-US" sz="1000">
                <a:latin typeface="Times New Roman Regular" panose="02020503050405090304" charset="0"/>
                <a:cs typeface="Times New Roman Regular" panose="02020503050405090304" charset="0"/>
                <a:sym typeface="+mn-ea"/>
              </a:rPr>
              <a:t>model.compile(loss='binary_crossentropy', optimizer='adam', metrics=['accuracy'])</a:t>
            </a:r>
            <a:endParaRPr lang="zh-CN" altLang="en-US" sz="1000">
              <a:latin typeface="Times New Roman Regular" panose="02020503050405090304" charset="0"/>
              <a:cs typeface="Times New Roman Regular" panose="02020503050405090304" charset="0"/>
              <a:sym typeface="+mn-ea"/>
            </a:endParaRPr>
          </a:p>
          <a:p>
            <a:endParaRPr lang="zh-CN" altLang="en-US" sz="1000">
              <a:latin typeface="Times New Roman Regular" panose="02020503050405090304" charset="0"/>
              <a:cs typeface="Times New Roman Regular" panose="02020503050405090304" charset="0"/>
              <a:sym typeface="+mn-ea"/>
            </a:endParaRPr>
          </a:p>
          <a:p>
            <a:r>
              <a:rPr lang="zh-CN" altLang="en-US" sz="1000">
                <a:latin typeface="Times New Roman Regular" panose="02020503050405090304" charset="0"/>
                <a:cs typeface="Times New Roman Regular" panose="02020503050405090304" charset="0"/>
                <a:sym typeface="+mn-ea"/>
              </a:rPr>
              <a:t>model.fit(x_train, y_train, batch_size=32, epochs=10, validation_data=(x_test, y_test))</a:t>
            </a:r>
            <a:endParaRPr lang="zh-CN" altLang="en-US" sz="1000">
              <a:latin typeface="Times New Roman Regular" panose="02020503050405090304" charset="0"/>
              <a:cs typeface="Times New Roman Regular" panose="02020503050405090304" charset="0"/>
              <a:sym typeface="+mn-ea"/>
            </a:endParaRPr>
          </a:p>
          <a:p>
            <a:endParaRPr lang="zh-CN" altLang="en-US" sz="1000">
              <a:latin typeface="Times New Roman Regular" panose="02020503050405090304" charset="0"/>
              <a:cs typeface="Times New Roman Regular" panose="02020503050405090304" charset="0"/>
              <a:sym typeface="+mn-ea"/>
            </a:endParaRPr>
          </a:p>
          <a:p>
            <a:r>
              <a:rPr lang="zh-CN" altLang="en-US" sz="1000">
                <a:latin typeface="Times New Roman Regular" panose="02020503050405090304" charset="0"/>
                <a:cs typeface="Times New Roman Regular" panose="02020503050405090304" charset="0"/>
                <a:sym typeface="+mn-ea"/>
              </a:rPr>
              <a:t>predictions = model.predict(x_test)</a:t>
            </a:r>
            <a:endParaRPr lang="zh-CN" altLang="en-US" sz="1000">
              <a:latin typeface="Times New Roman Regular" panose="02020503050405090304" charset="0"/>
              <a:cs typeface="Times New Roman Regular" panose="02020503050405090304" charset="0"/>
              <a:sym typeface="+mn-ea"/>
            </a:endParaRPr>
          </a:p>
          <a:p>
            <a:r>
              <a:rPr lang="zh-CN" altLang="en-US" sz="1000">
                <a:latin typeface="Times New Roman Regular" panose="02020503050405090304" charset="0"/>
                <a:cs typeface="Times New Roman Regular" panose="02020503050405090304" charset="0"/>
                <a:sym typeface="+mn-ea"/>
              </a:rPr>
              <a:t>predicted_classes = predictions.round().flatten()</a:t>
            </a:r>
            <a:endParaRPr lang="zh-CN" altLang="en-US" sz="1000">
              <a:latin typeface="Times New Roman Regular" panose="02020503050405090304" charset="0"/>
              <a:cs typeface="Times New Roman Regular" panose="02020503050405090304" charset="0"/>
              <a:sym typeface="+mn-ea"/>
            </a:endParaRPr>
          </a:p>
          <a:p>
            <a:endParaRPr lang="zh-CN" altLang="en-US" sz="1000">
              <a:latin typeface="Times New Roman Regular" panose="02020503050405090304" charset="0"/>
              <a:cs typeface="Times New Roman Regular" panose="02020503050405090304" charset="0"/>
              <a:sym typeface="+mn-ea"/>
            </a:endParaRPr>
          </a:p>
          <a:p>
            <a:r>
              <a:rPr lang="zh-CN" altLang="en-US" sz="1000">
                <a:latin typeface="Times New Roman Regular" panose="02020503050405090304" charset="0"/>
                <a:cs typeface="Times New Roman Regular" panose="02020503050405090304" charset="0"/>
                <a:sym typeface="+mn-ea"/>
              </a:rPr>
              <a:t>cm = confusion_matrix(y_test, predicted_classes)</a:t>
            </a:r>
            <a:endParaRPr lang="zh-CN" altLang="en-US" sz="1000">
              <a:latin typeface="Times New Roman Regular" panose="02020503050405090304" charset="0"/>
              <a:cs typeface="Times New Roman Regular" panose="02020503050405090304" charset="0"/>
              <a:sym typeface="+mn-ea"/>
            </a:endParaRPr>
          </a:p>
          <a:p>
            <a:r>
              <a:rPr lang="zh-CN" altLang="en-US" sz="1000">
                <a:latin typeface="Times New Roman Regular" panose="02020503050405090304" charset="0"/>
                <a:cs typeface="Times New Roman Regular" panose="02020503050405090304" charset="0"/>
                <a:sym typeface="+mn-ea"/>
              </a:rPr>
              <a:t>print("Confusion Matrix:")</a:t>
            </a:r>
            <a:endParaRPr lang="zh-CN" altLang="en-US" sz="1000">
              <a:latin typeface="Times New Roman Regular" panose="02020503050405090304" charset="0"/>
              <a:cs typeface="Times New Roman Regular" panose="02020503050405090304" charset="0"/>
              <a:sym typeface="+mn-ea"/>
            </a:endParaRPr>
          </a:p>
          <a:p>
            <a:r>
              <a:rPr lang="zh-CN" altLang="en-US" sz="1000">
                <a:latin typeface="Times New Roman Regular" panose="02020503050405090304" charset="0"/>
                <a:cs typeface="Times New Roman Regular" panose="02020503050405090304" charset="0"/>
                <a:sym typeface="+mn-ea"/>
              </a:rPr>
              <a:t>print(cm)</a:t>
            </a:r>
            <a:endParaRPr lang="zh-CN" altLang="en-US" sz="1000">
              <a:latin typeface="Times New Roman Regular" panose="02020503050405090304" charset="0"/>
              <a:cs typeface="Times New Roman Regular" panose="02020503050405090304" charset="0"/>
              <a:sym typeface="+mn-ea"/>
            </a:endParaRPr>
          </a:p>
          <a:p>
            <a:endParaRPr lang="zh-CN" altLang="en-US" sz="1000">
              <a:latin typeface="Times New Roman Regular" panose="02020503050405090304" charset="0"/>
              <a:cs typeface="Times New Roman Regular" panose="02020503050405090304" charset="0"/>
              <a:sym typeface="+mn-ea"/>
            </a:endParaRPr>
          </a:p>
          <a:p>
            <a:r>
              <a:rPr lang="zh-CN" altLang="en-US" sz="1000">
                <a:latin typeface="Times New Roman Regular" panose="02020503050405090304" charset="0"/>
                <a:cs typeface="Times New Roman Regular" panose="02020503050405090304" charset="0"/>
                <a:sym typeface="+mn-ea"/>
              </a:rPr>
              <a:t>report = classification_report(y_test, predicted_classes, target_names=class_names, output_dict=True)</a:t>
            </a:r>
            <a:endParaRPr lang="zh-CN" altLang="en-US" sz="1000">
              <a:latin typeface="Times New Roman Regular" panose="02020503050405090304" charset="0"/>
              <a:cs typeface="Times New Roman Regular" panose="02020503050405090304" charset="0"/>
              <a:sym typeface="+mn-ea"/>
            </a:endParaRPr>
          </a:p>
          <a:p>
            <a:r>
              <a:rPr lang="zh-CN" altLang="en-US" sz="1000">
                <a:latin typeface="Times New Roman Regular" panose="02020503050405090304" charset="0"/>
                <a:cs typeface="Times New Roman Regular" panose="02020503050405090304" charset="0"/>
                <a:sym typeface="+mn-ea"/>
              </a:rPr>
              <a:t>print("Classification Report:")</a:t>
            </a:r>
            <a:endParaRPr lang="zh-CN" altLang="en-US" sz="1000">
              <a:latin typeface="Times New Roman Regular" panose="02020503050405090304" charset="0"/>
              <a:cs typeface="Times New Roman Regular" panose="02020503050405090304" charset="0"/>
              <a:sym typeface="+mn-ea"/>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灯片编号占位符 1"/>
          <p:cNvSpPr>
            <a:spLocks noGrp="1"/>
          </p:cNvSpPr>
          <p:nvPr>
            <p:ph type="sldNum" sz="quarter" idx="12"/>
          </p:nvPr>
        </p:nvSpPr>
        <p:spPr/>
        <p:txBody>
          <a:bodyPr/>
          <a:p>
            <a:fld id="{D07771B2-D7F7-364E-B6F3-F7FE93606BCE}" type="slidenum">
              <a:rPr lang="en-US" smtClean="0"/>
            </a:fld>
            <a:endParaRPr lang="en-US"/>
          </a:p>
        </p:txBody>
      </p:sp>
      <p:sp>
        <p:nvSpPr>
          <p:cNvPr id="6" name="文本框 5"/>
          <p:cNvSpPr txBox="1"/>
          <p:nvPr/>
        </p:nvSpPr>
        <p:spPr>
          <a:xfrm>
            <a:off x="228600" y="285750"/>
            <a:ext cx="4110990" cy="4707890"/>
          </a:xfrm>
          <a:prstGeom prst="rect">
            <a:avLst/>
          </a:prstGeom>
          <a:noFill/>
        </p:spPr>
        <p:txBody>
          <a:bodyPr wrap="square" rtlCol="0" anchor="t">
            <a:spAutoFit/>
          </a:bodyPr>
          <a:p>
            <a:r>
              <a:rPr lang="zh-CN" altLang="en-US" sz="1000">
                <a:latin typeface="Times New Roman Regular" panose="02020503050405090304" charset="0"/>
                <a:ea typeface="微软雅黑" charset="0"/>
                <a:cs typeface="Times New Roman Regular" panose="02020503050405090304" charset="0"/>
              </a:rPr>
              <a:t>Epoch 1/10</a:t>
            </a:r>
            <a:endParaRPr lang="zh-CN" altLang="en-US" sz="1000">
              <a:latin typeface="Times New Roman Regular" panose="02020503050405090304" charset="0"/>
              <a:ea typeface="微软雅黑" charset="0"/>
              <a:cs typeface="Times New Roman Regular" panose="02020503050405090304" charset="0"/>
            </a:endParaRPr>
          </a:p>
          <a:p>
            <a:r>
              <a:rPr lang="zh-CN" altLang="en-US" sz="1000">
                <a:latin typeface="Times New Roman Regular" panose="02020503050405090304" charset="0"/>
                <a:ea typeface="微软雅黑" charset="0"/>
                <a:cs typeface="Times New Roman Regular" panose="02020503050405090304" charset="0"/>
              </a:rPr>
              <a:t>50/50 ━━━━━━━━━━━━━━━━━━━━ 1s 9ms/step - accuracy: 0.5997 - loss: 0.6408 - val_accuracy: 0.6925 - val_loss: 0.5341</a:t>
            </a:r>
            <a:endParaRPr lang="zh-CN" altLang="en-US" sz="1000">
              <a:latin typeface="Times New Roman Regular" panose="02020503050405090304" charset="0"/>
              <a:ea typeface="微软雅黑" charset="0"/>
              <a:cs typeface="Times New Roman Regular" panose="02020503050405090304" charset="0"/>
            </a:endParaRPr>
          </a:p>
          <a:p>
            <a:r>
              <a:rPr lang="zh-CN" altLang="en-US" sz="1000">
                <a:latin typeface="Times New Roman Regular" panose="02020503050405090304" charset="0"/>
                <a:ea typeface="微软雅黑" charset="0"/>
                <a:cs typeface="Times New Roman Regular" panose="02020503050405090304" charset="0"/>
              </a:rPr>
              <a:t>Epoch 2/10</a:t>
            </a:r>
            <a:endParaRPr lang="zh-CN" altLang="en-US" sz="1000">
              <a:latin typeface="Times New Roman Regular" panose="02020503050405090304" charset="0"/>
              <a:ea typeface="微软雅黑" charset="0"/>
              <a:cs typeface="Times New Roman Regular" panose="02020503050405090304" charset="0"/>
            </a:endParaRPr>
          </a:p>
          <a:p>
            <a:r>
              <a:rPr lang="zh-CN" altLang="en-US" sz="1000">
                <a:latin typeface="Times New Roman Regular" panose="02020503050405090304" charset="0"/>
                <a:ea typeface="微软雅黑" charset="0"/>
                <a:cs typeface="Times New Roman Regular" panose="02020503050405090304" charset="0"/>
              </a:rPr>
              <a:t>50/50 ━━━━━━━━━━━━━━━━━━━━ 0s 7ms/step - accuracy: 0.7737 - loss: 0.5144 - val_accuracy: 0.6950 - val_loss: 0.5277</a:t>
            </a:r>
            <a:endParaRPr lang="zh-CN" altLang="en-US" sz="1000">
              <a:latin typeface="Times New Roman Regular" panose="02020503050405090304" charset="0"/>
              <a:ea typeface="微软雅黑" charset="0"/>
              <a:cs typeface="Times New Roman Regular" panose="02020503050405090304" charset="0"/>
            </a:endParaRPr>
          </a:p>
          <a:p>
            <a:r>
              <a:rPr lang="zh-CN" altLang="en-US" sz="1000">
                <a:latin typeface="Times New Roman Regular" panose="02020503050405090304" charset="0"/>
                <a:ea typeface="微软雅黑" charset="0"/>
                <a:cs typeface="Times New Roman Regular" panose="02020503050405090304" charset="0"/>
              </a:rPr>
              <a:t>Epoch 3/10</a:t>
            </a:r>
            <a:endParaRPr lang="zh-CN" altLang="en-US" sz="1000">
              <a:latin typeface="Times New Roman Regular" panose="02020503050405090304" charset="0"/>
              <a:ea typeface="微软雅黑" charset="0"/>
              <a:cs typeface="Times New Roman Regular" panose="02020503050405090304" charset="0"/>
            </a:endParaRPr>
          </a:p>
          <a:p>
            <a:r>
              <a:rPr lang="zh-CN" altLang="en-US" sz="1000">
                <a:latin typeface="Times New Roman Regular" panose="02020503050405090304" charset="0"/>
                <a:ea typeface="微软雅黑" charset="0"/>
                <a:cs typeface="Times New Roman Regular" panose="02020503050405090304" charset="0"/>
              </a:rPr>
              <a:t>50/50 ━━━━━━━━━━━━━━━━━━━━ 0s 7ms/step - accuracy: 0.8458 - loss: 0.4524 - val_accuracy: 0.7150 - val_loss: 0.5124</a:t>
            </a:r>
            <a:endParaRPr lang="zh-CN" altLang="en-US" sz="1000">
              <a:latin typeface="Times New Roman Regular" panose="02020503050405090304" charset="0"/>
              <a:ea typeface="微软雅黑" charset="0"/>
              <a:cs typeface="Times New Roman Regular" panose="02020503050405090304" charset="0"/>
            </a:endParaRPr>
          </a:p>
          <a:p>
            <a:r>
              <a:rPr lang="zh-CN" altLang="en-US" sz="1000">
                <a:latin typeface="Times New Roman Regular" panose="02020503050405090304" charset="0"/>
                <a:ea typeface="微软雅黑" charset="0"/>
                <a:cs typeface="Times New Roman Regular" panose="02020503050405090304" charset="0"/>
              </a:rPr>
              <a:t>Epoch 4/10</a:t>
            </a:r>
            <a:endParaRPr lang="zh-CN" altLang="en-US" sz="1000">
              <a:latin typeface="Times New Roman Regular" panose="02020503050405090304" charset="0"/>
              <a:ea typeface="微软雅黑" charset="0"/>
              <a:cs typeface="Times New Roman Regular" panose="02020503050405090304" charset="0"/>
            </a:endParaRPr>
          </a:p>
          <a:p>
            <a:r>
              <a:rPr lang="zh-CN" altLang="en-US" sz="1000">
                <a:latin typeface="Times New Roman Regular" panose="02020503050405090304" charset="0"/>
                <a:ea typeface="微软雅黑" charset="0"/>
                <a:cs typeface="Times New Roman Regular" panose="02020503050405090304" charset="0"/>
              </a:rPr>
              <a:t>50/50 ━━━━━━━━━━━━━━━━━━━━ 0s 8ms/step - accuracy: 0.8942 - loss: 0.4007 - val_accuracy: 0.7150 - val_loss: 0.5156</a:t>
            </a:r>
            <a:endParaRPr lang="zh-CN" altLang="en-US" sz="1000">
              <a:latin typeface="Times New Roman Regular" panose="02020503050405090304" charset="0"/>
              <a:ea typeface="微软雅黑" charset="0"/>
              <a:cs typeface="Times New Roman Regular" panose="02020503050405090304" charset="0"/>
            </a:endParaRPr>
          </a:p>
          <a:p>
            <a:r>
              <a:rPr lang="zh-CN" altLang="en-US" sz="1000">
                <a:latin typeface="Times New Roman Regular" panose="02020503050405090304" charset="0"/>
                <a:ea typeface="微软雅黑" charset="0"/>
                <a:cs typeface="Times New Roman Regular" panose="02020503050405090304" charset="0"/>
              </a:rPr>
              <a:t>Epoch 5/10</a:t>
            </a:r>
            <a:endParaRPr lang="zh-CN" altLang="en-US" sz="1000">
              <a:latin typeface="Times New Roman Regular" panose="02020503050405090304" charset="0"/>
              <a:ea typeface="微软雅黑" charset="0"/>
              <a:cs typeface="Times New Roman Regular" panose="02020503050405090304" charset="0"/>
            </a:endParaRPr>
          </a:p>
          <a:p>
            <a:r>
              <a:rPr lang="zh-CN" altLang="en-US" sz="1000">
                <a:latin typeface="Times New Roman Regular" panose="02020503050405090304" charset="0"/>
                <a:ea typeface="微软雅黑" charset="0"/>
                <a:cs typeface="Times New Roman Regular" panose="02020503050405090304" charset="0"/>
              </a:rPr>
              <a:t>50/50 ━━━━━━━━━━━━━━━━━━━━ 0s 8ms/step - accuracy: 0.9160 - loss: 0.3401 - val_accuracy: 0.7175 - val_loss: 0.4918</a:t>
            </a:r>
            <a:endParaRPr lang="zh-CN" altLang="en-US" sz="1000">
              <a:latin typeface="Times New Roman Regular" panose="02020503050405090304" charset="0"/>
              <a:ea typeface="微软雅黑" charset="0"/>
              <a:cs typeface="Times New Roman Regular" panose="02020503050405090304" charset="0"/>
            </a:endParaRPr>
          </a:p>
          <a:p>
            <a:r>
              <a:rPr lang="zh-CN" altLang="en-US" sz="1000">
                <a:latin typeface="Times New Roman Regular" panose="02020503050405090304" charset="0"/>
                <a:ea typeface="微软雅黑" charset="0"/>
                <a:cs typeface="Times New Roman Regular" panose="02020503050405090304" charset="0"/>
              </a:rPr>
              <a:t>Epoch 6/10</a:t>
            </a:r>
            <a:endParaRPr lang="zh-CN" altLang="en-US" sz="1000">
              <a:latin typeface="Times New Roman Regular" panose="02020503050405090304" charset="0"/>
              <a:ea typeface="微软雅黑" charset="0"/>
              <a:cs typeface="Times New Roman Regular" panose="02020503050405090304" charset="0"/>
            </a:endParaRPr>
          </a:p>
          <a:p>
            <a:r>
              <a:rPr lang="zh-CN" altLang="en-US" sz="1000">
                <a:latin typeface="Times New Roman Regular" panose="02020503050405090304" charset="0"/>
                <a:ea typeface="微软雅黑" charset="0"/>
                <a:cs typeface="Times New Roman Regular" panose="02020503050405090304" charset="0"/>
              </a:rPr>
              <a:t>50/50 ━━━━━━━━━━━━━━━━━━━━ 0s 8ms/step - accuracy: 0.9464 - loss: 0.2640 - val_accuracy: 0.7300 - val_loss: 0.4884</a:t>
            </a:r>
            <a:endParaRPr lang="zh-CN" altLang="en-US" sz="1000">
              <a:latin typeface="Times New Roman Regular" panose="02020503050405090304" charset="0"/>
              <a:ea typeface="微软雅黑" charset="0"/>
              <a:cs typeface="Times New Roman Regular" panose="02020503050405090304" charset="0"/>
            </a:endParaRPr>
          </a:p>
          <a:p>
            <a:r>
              <a:rPr lang="zh-CN" altLang="en-US" sz="1000">
                <a:latin typeface="Times New Roman Regular" panose="02020503050405090304" charset="0"/>
                <a:ea typeface="微软雅黑" charset="0"/>
                <a:cs typeface="Times New Roman Regular" panose="02020503050405090304" charset="0"/>
              </a:rPr>
              <a:t>Epoch 7/10</a:t>
            </a:r>
            <a:endParaRPr lang="zh-CN" altLang="en-US" sz="1000">
              <a:latin typeface="Times New Roman Regular" panose="02020503050405090304" charset="0"/>
              <a:ea typeface="微软雅黑" charset="0"/>
              <a:cs typeface="Times New Roman Regular" panose="02020503050405090304" charset="0"/>
            </a:endParaRPr>
          </a:p>
          <a:p>
            <a:r>
              <a:rPr lang="zh-CN" altLang="en-US" sz="1000">
                <a:latin typeface="Times New Roman Regular" panose="02020503050405090304" charset="0"/>
                <a:ea typeface="微软雅黑" charset="0"/>
                <a:cs typeface="Times New Roman Regular" panose="02020503050405090304" charset="0"/>
              </a:rPr>
              <a:t>50/50 ━━━━━━━━━━━━━━━━━━━━ 0s 8ms/step - accuracy: 0.9648 - loss: 0.1878 - val_accuracy: 0.7325 - val_loss: 0.4982</a:t>
            </a:r>
            <a:endParaRPr lang="zh-CN" altLang="en-US" sz="1000">
              <a:latin typeface="Times New Roman Regular" panose="02020503050405090304" charset="0"/>
              <a:ea typeface="微软雅黑" charset="0"/>
              <a:cs typeface="Times New Roman Regular" panose="02020503050405090304" charset="0"/>
            </a:endParaRPr>
          </a:p>
          <a:p>
            <a:r>
              <a:rPr lang="zh-CN" altLang="en-US" sz="1000">
                <a:latin typeface="Times New Roman Regular" panose="02020503050405090304" charset="0"/>
                <a:ea typeface="微软雅黑" charset="0"/>
                <a:cs typeface="Times New Roman Regular" panose="02020503050405090304" charset="0"/>
              </a:rPr>
              <a:t>Epoch 8/10</a:t>
            </a:r>
            <a:endParaRPr lang="zh-CN" altLang="en-US" sz="1000">
              <a:latin typeface="Times New Roman Regular" panose="02020503050405090304" charset="0"/>
              <a:ea typeface="微软雅黑" charset="0"/>
              <a:cs typeface="Times New Roman Regular" panose="02020503050405090304" charset="0"/>
            </a:endParaRPr>
          </a:p>
          <a:p>
            <a:r>
              <a:rPr lang="zh-CN" altLang="en-US" sz="1000">
                <a:latin typeface="Times New Roman Regular" panose="02020503050405090304" charset="0"/>
                <a:ea typeface="微软雅黑" charset="0"/>
                <a:cs typeface="Times New Roman Regular" panose="02020503050405090304" charset="0"/>
              </a:rPr>
              <a:t>50/50 ━━━━━━━━━━━━━━━━━━━━ 0s 8ms/step - accuracy: 0.9758 - loss: 0.1372 - val_accuracy: 0.7300 - val_loss: 0.5123</a:t>
            </a:r>
            <a:endParaRPr lang="zh-CN" altLang="en-US" sz="1000">
              <a:latin typeface="Times New Roman Regular" panose="02020503050405090304" charset="0"/>
              <a:ea typeface="微软雅黑" charset="0"/>
              <a:cs typeface="Times New Roman Regular" panose="02020503050405090304" charset="0"/>
            </a:endParaRPr>
          </a:p>
          <a:p>
            <a:r>
              <a:rPr lang="zh-CN" altLang="en-US" sz="1000">
                <a:latin typeface="Times New Roman Regular" panose="02020503050405090304" charset="0"/>
                <a:ea typeface="微软雅黑" charset="0"/>
                <a:cs typeface="Times New Roman Regular" panose="02020503050405090304" charset="0"/>
              </a:rPr>
              <a:t>Epoch 9/10</a:t>
            </a:r>
            <a:endParaRPr lang="zh-CN" altLang="en-US" sz="1000">
              <a:latin typeface="Times New Roman Regular" panose="02020503050405090304" charset="0"/>
              <a:ea typeface="微软雅黑" charset="0"/>
              <a:cs typeface="Times New Roman Regular" panose="02020503050405090304" charset="0"/>
            </a:endParaRPr>
          </a:p>
          <a:p>
            <a:r>
              <a:rPr lang="zh-CN" altLang="en-US" sz="1000">
                <a:latin typeface="Times New Roman Regular" panose="02020503050405090304" charset="0"/>
                <a:ea typeface="微软雅黑" charset="0"/>
                <a:cs typeface="Times New Roman Regular" panose="02020503050405090304" charset="0"/>
              </a:rPr>
              <a:t>50/50 ━━━━━━━━━━━━━━━━━━━━ 0s 9ms/step - accuracy: 0.9822 - loss: 0.1042 - val_accuracy: 0.7350 - val_loss: 0.5164</a:t>
            </a:r>
            <a:endParaRPr lang="zh-CN" altLang="en-US" sz="1000">
              <a:latin typeface="Times New Roman Regular" panose="02020503050405090304" charset="0"/>
              <a:ea typeface="微软雅黑" charset="0"/>
              <a:cs typeface="Times New Roman Regular" panose="02020503050405090304" charset="0"/>
            </a:endParaRPr>
          </a:p>
          <a:p>
            <a:r>
              <a:rPr lang="zh-CN" altLang="en-US" sz="1000">
                <a:latin typeface="Times New Roman Regular" panose="02020503050405090304" charset="0"/>
                <a:ea typeface="微软雅黑" charset="0"/>
                <a:cs typeface="Times New Roman Regular" panose="02020503050405090304" charset="0"/>
              </a:rPr>
              <a:t>Epoch 10/10</a:t>
            </a:r>
            <a:endParaRPr lang="zh-CN" altLang="en-US" sz="1000">
              <a:latin typeface="Times New Roman Regular" panose="02020503050405090304" charset="0"/>
              <a:ea typeface="微软雅黑" charset="0"/>
              <a:cs typeface="Times New Roman Regular" panose="02020503050405090304" charset="0"/>
            </a:endParaRPr>
          </a:p>
          <a:p>
            <a:r>
              <a:rPr lang="zh-CN" altLang="en-US" sz="1000">
                <a:latin typeface="Times New Roman Regular" panose="02020503050405090304" charset="0"/>
                <a:ea typeface="微软雅黑" charset="0"/>
                <a:cs typeface="Times New Roman Regular" panose="02020503050405090304" charset="0"/>
              </a:rPr>
              <a:t>50/50 ━━━━━━━━━━━━━━━━━━━━ 0s 9ms/step - accuracy: 0.9879 - loss: 0.0688 - val_accuracy: 0.7375 - val_loss: 0.5460</a:t>
            </a:r>
            <a:endParaRPr lang="zh-CN" altLang="en-US" sz="1000">
              <a:latin typeface="Times New Roman Regular" panose="02020503050405090304" charset="0"/>
              <a:ea typeface="微软雅黑" charset="0"/>
              <a:cs typeface="Times New Roman Regular" panose="02020503050405090304" charset="0"/>
            </a:endParaRPr>
          </a:p>
        </p:txBody>
      </p:sp>
      <p:sp>
        <p:nvSpPr>
          <p:cNvPr id="7" name="文本框 6"/>
          <p:cNvSpPr txBox="1"/>
          <p:nvPr/>
        </p:nvSpPr>
        <p:spPr>
          <a:xfrm>
            <a:off x="4267200" y="438150"/>
            <a:ext cx="4801235" cy="1476375"/>
          </a:xfrm>
          <a:prstGeom prst="rect">
            <a:avLst/>
          </a:prstGeom>
          <a:noFill/>
        </p:spPr>
        <p:txBody>
          <a:bodyPr wrap="square" rtlCol="0" anchor="t">
            <a:spAutoFit/>
          </a:bodyPr>
          <a:p>
            <a:r>
              <a:rPr lang="zh-CN" altLang="en-US" sz="1000">
                <a:latin typeface="Times New Roman Regular" panose="02020503050405090304" charset="0"/>
                <a:cs typeface="Times New Roman Regular" panose="02020503050405090304" charset="0"/>
                <a:sym typeface="+mn-ea"/>
              </a:rPr>
              <a:t>Confusion Matrix:</a:t>
            </a:r>
            <a:endParaRPr lang="zh-CN" altLang="en-US" sz="1000">
              <a:latin typeface="Times New Roman Regular" panose="02020503050405090304" charset="0"/>
              <a:cs typeface="Times New Roman Regular" panose="02020503050405090304" charset="0"/>
              <a:sym typeface="+mn-ea"/>
            </a:endParaRPr>
          </a:p>
          <a:p>
            <a:r>
              <a:rPr lang="zh-CN" altLang="en-US" sz="1000">
                <a:latin typeface="Times New Roman Regular" panose="02020503050405090304" charset="0"/>
                <a:cs typeface="Times New Roman Regular" panose="02020503050405090304" charset="0"/>
                <a:sym typeface="+mn-ea"/>
              </a:rPr>
              <a:t>[[133  66]</a:t>
            </a:r>
            <a:endParaRPr lang="zh-CN" altLang="en-US" sz="1000">
              <a:latin typeface="Times New Roman Regular" panose="02020503050405090304" charset="0"/>
              <a:cs typeface="Times New Roman Regular" panose="02020503050405090304" charset="0"/>
              <a:sym typeface="+mn-ea"/>
            </a:endParaRPr>
          </a:p>
          <a:p>
            <a:r>
              <a:rPr lang="zh-CN" altLang="en-US" sz="1000">
                <a:latin typeface="Times New Roman Regular" panose="02020503050405090304" charset="0"/>
                <a:cs typeface="Times New Roman Regular" panose="02020503050405090304" charset="0"/>
                <a:sym typeface="+mn-ea"/>
              </a:rPr>
              <a:t> [ 39 162]]</a:t>
            </a:r>
            <a:endParaRPr lang="zh-CN" altLang="en-US" sz="1000">
              <a:latin typeface="Times New Roman Regular" panose="02020503050405090304" charset="0"/>
              <a:cs typeface="Times New Roman Regular" panose="02020503050405090304" charset="0"/>
              <a:sym typeface="+mn-ea"/>
            </a:endParaRPr>
          </a:p>
          <a:p>
            <a:r>
              <a:rPr lang="zh-CN" altLang="en-US" sz="1000">
                <a:latin typeface="Times New Roman Regular" panose="02020503050405090304" charset="0"/>
                <a:cs typeface="Times New Roman Regular" panose="02020503050405090304" charset="0"/>
                <a:sym typeface="+mn-ea"/>
              </a:rPr>
              <a:t>Classification Report:</a:t>
            </a:r>
            <a:endParaRPr lang="zh-CN" altLang="en-US" sz="1000">
              <a:latin typeface="Times New Roman Regular" panose="02020503050405090304" charset="0"/>
              <a:cs typeface="Times New Roman Regular" panose="02020503050405090304" charset="0"/>
              <a:sym typeface="+mn-ea"/>
            </a:endParaRPr>
          </a:p>
          <a:p>
            <a:r>
              <a:rPr lang="zh-CN" altLang="en-US" sz="1000">
                <a:latin typeface="Times New Roman Regular" panose="02020503050405090304" charset="0"/>
                <a:cs typeface="Times New Roman Regular" panose="02020503050405090304" charset="0"/>
                <a:sym typeface="+mn-ea"/>
              </a:rPr>
              <a:t>business: {'precision': 0.7732558139534884, 'recall': 0.6683417085427136, 'f1-score': 0.7169811320754716, 'support': 199.0}</a:t>
            </a:r>
            <a:endParaRPr lang="zh-CN" altLang="en-US" sz="1000">
              <a:latin typeface="Times New Roman Regular" panose="02020503050405090304" charset="0"/>
              <a:cs typeface="Times New Roman Regular" panose="02020503050405090304" charset="0"/>
              <a:sym typeface="+mn-ea"/>
            </a:endParaRPr>
          </a:p>
          <a:p>
            <a:r>
              <a:rPr lang="zh-CN" altLang="en-US" sz="1000">
                <a:latin typeface="Times New Roman Regular" panose="02020503050405090304" charset="0"/>
                <a:cs typeface="Times New Roman Regular" panose="02020503050405090304" charset="0"/>
                <a:sym typeface="+mn-ea"/>
              </a:rPr>
              <a:t>tradee: {'precision': 0.7105263157894737, 'recall': 0.8059701492537313, 'f1-score': 0.7552447552447553, 'support': 201.0}</a:t>
            </a:r>
            <a:endParaRPr lang="zh-CN" altLang="en-US" sz="1000">
              <a:latin typeface="Times New Roman Regular" panose="02020503050405090304" charset="0"/>
              <a:cs typeface="Times New Roman Regular" panose="02020503050405090304" charset="0"/>
              <a:sym typeface="+mn-ea"/>
            </a:endParaRPr>
          </a:p>
          <a:p>
            <a:r>
              <a:rPr lang="zh-CN" altLang="en-US" sz="1000">
                <a:latin typeface="Times New Roman Regular" panose="02020503050405090304" charset="0"/>
                <a:cs typeface="Times New Roman Regular" panose="02020503050405090304" charset="0"/>
                <a:sym typeface="+mn-ea"/>
              </a:rPr>
              <a:t>accuracy: 0.7375</a:t>
            </a:r>
            <a:endParaRPr lang="zh-CN" altLang="en-US" sz="1000">
              <a:latin typeface="Times New Roman Regular" panose="02020503050405090304" charset="0"/>
              <a:cs typeface="Times New Roman Regular" panose="02020503050405090304" charset="0"/>
              <a:sym typeface="+mn-ea"/>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ym typeface="+mn-ea"/>
              </a:rPr>
              <a:t>Recurrent Neural Networks</a:t>
            </a:r>
            <a:endParaRPr lang="en-US" dirty="0"/>
          </a:p>
        </p:txBody>
      </p:sp>
      <p:sp>
        <p:nvSpPr>
          <p:cNvPr id="3" name="Content Placeholder 2"/>
          <p:cNvSpPr>
            <a:spLocks noGrp="1"/>
          </p:cNvSpPr>
          <p:nvPr>
            <p:ph idx="1"/>
          </p:nvPr>
        </p:nvSpPr>
        <p:spPr/>
        <p:txBody>
          <a:bodyPr/>
          <a:lstStyle/>
          <a:p>
            <a:r>
              <a:rPr lang="en-US" dirty="0"/>
              <a:t>Architecture: RNNs process data sequences, making them suitable for sequential text data. They maintain a hidden state that can capture dependencies over time.</a:t>
            </a:r>
            <a:endParaRPr lang="en-US" dirty="0"/>
          </a:p>
          <a:p>
            <a:r>
              <a:rPr lang="en-US" dirty="0"/>
              <a:t>Applications: RNNs benefit tasks like language modelling, sentiment analysis, and named entity recognition.</a:t>
            </a:r>
            <a:endParaRPr lang="en-US" dirty="0"/>
          </a:p>
        </p:txBody>
      </p:sp>
      <p:sp>
        <p:nvSpPr>
          <p:cNvPr id="4" name="Slide Number Placeholder 3"/>
          <p:cNvSpPr>
            <a:spLocks noGrp="1"/>
          </p:cNvSpPr>
          <p:nvPr>
            <p:ph type="sldNum" sz="quarter" idx="12"/>
          </p:nvPr>
        </p:nvSpPr>
        <p:spPr/>
        <p:txBody>
          <a:bodyPr/>
          <a:lstStyle/>
          <a:p>
            <a:fld id="{D07771B2-D7F7-364E-B6F3-F7FE93606BCE}" type="slidenum">
              <a:rPr lang="en-US" smtClean="0"/>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ym typeface="+mn-ea"/>
              </a:rPr>
              <a:t>Recurrent Neural Networks</a:t>
            </a:r>
            <a:endParaRPr lang="en-US" dirty="0"/>
          </a:p>
        </p:txBody>
      </p:sp>
      <p:sp>
        <p:nvSpPr>
          <p:cNvPr id="3" name="Content Placeholder 2"/>
          <p:cNvSpPr>
            <a:spLocks noGrp="1"/>
          </p:cNvSpPr>
          <p:nvPr>
            <p:ph idx="1"/>
          </p:nvPr>
        </p:nvSpPr>
        <p:spPr/>
        <p:txBody>
          <a:bodyPr>
            <a:normAutofit fontScale="80000"/>
          </a:bodyPr>
          <a:lstStyle/>
          <a:p>
            <a:r>
              <a:rPr lang="en-US" dirty="0"/>
              <a:t>An Elman recurrent neural network (RNN) is a simple RNN that bears Jeffrey Elman’s name after the person who created it. It is one of the most basic types of RNNs and is often used as a foundation for more complex RNN architectures.</a:t>
            </a:r>
            <a:endParaRPr lang="en-US" dirty="0"/>
          </a:p>
          <a:p>
            <a:r>
              <a:rPr lang="en-US" dirty="0"/>
              <a:t>An Elman RNN processes the input sequence one element at a time and has a single hidden layer. The current input element and the previous hidden state are inputs the hidden layer uses to produce an output and update the hidden state at each time step. As a result, the Elman RNN can retain data from earlier input and use it to process the input at hand.</a:t>
            </a:r>
            <a:endParaRPr lang="en-US" dirty="0"/>
          </a:p>
          <a:p>
            <a:r>
              <a:rPr lang="en-US" dirty="0"/>
              <a:t>Elman RNNs are frequently employed for processing sequential data, such as speech and language translation. They are easier to build and train than more complicated RNN architectures like long short-term memory (LSTM) networks and gated recurrent units (GRUs). However, they may not perform as well.</a:t>
            </a:r>
            <a:endParaRPr lang="en-US" dirty="0"/>
          </a:p>
        </p:txBody>
      </p:sp>
      <p:sp>
        <p:nvSpPr>
          <p:cNvPr id="4" name="Slide Number Placeholder 3"/>
          <p:cNvSpPr>
            <a:spLocks noGrp="1"/>
          </p:cNvSpPr>
          <p:nvPr>
            <p:ph type="sldNum" sz="quarter" idx="12"/>
          </p:nvPr>
        </p:nvSpPr>
        <p:spPr/>
        <p:txBody>
          <a:bodyPr/>
          <a:lstStyle/>
          <a:p>
            <a:fld id="{D07771B2-D7F7-364E-B6F3-F7FE93606BCE}" type="slidenum">
              <a:rPr lang="en-US" smtClean="0"/>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ym typeface="+mn-ea"/>
              </a:rPr>
              <a:t>Recurrent Neural Networks</a:t>
            </a:r>
            <a:endParaRPr lang="en-US" dirty="0"/>
          </a:p>
        </p:txBody>
      </p:sp>
      <p:sp>
        <p:nvSpPr>
          <p:cNvPr id="3" name="Content Placeholder 2"/>
          <p:cNvSpPr>
            <a:spLocks noGrp="1"/>
          </p:cNvSpPr>
          <p:nvPr>
            <p:ph idx="1"/>
          </p:nvPr>
        </p:nvSpPr>
        <p:spPr/>
        <p:txBody>
          <a:bodyPr>
            <a:normAutofit fontScale="80000"/>
          </a:bodyPr>
          <a:lstStyle/>
          <a:p>
            <a:r>
              <a:rPr lang="en-US" dirty="0"/>
              <a:t>An Elman recurrent neural network (RNN) is a simple RNN that bears Jeffrey Elman’s name after the person who created it. It is one of the most basic types of RNNs and is often used as a foundation for more complex RNN architectures.</a:t>
            </a:r>
            <a:endParaRPr lang="en-US" dirty="0"/>
          </a:p>
          <a:p>
            <a:r>
              <a:rPr lang="en-US" dirty="0"/>
              <a:t>An Elman RNN processes the input sequence one element at a time and has a single hidden layer. The current input element and the previous hidden state are inputs the hidden layer uses to produce an output and update the hidden state at each time step. As a result, the Elman RNN can retain data from earlier input and use it to process the input at hand.</a:t>
            </a:r>
            <a:endParaRPr lang="en-US" dirty="0"/>
          </a:p>
          <a:p>
            <a:r>
              <a:rPr lang="en-US" dirty="0"/>
              <a:t>Elman RNNs are frequently employed for processing sequential data, such as speech and language translation. They are easier to build and train than more complicated RNN architectures like long short-term memory (LSTM) networks and gated recurrent units (GRUs). However, they may not perform as well.</a:t>
            </a:r>
            <a:endParaRPr lang="en-US" dirty="0"/>
          </a:p>
        </p:txBody>
      </p:sp>
      <p:sp>
        <p:nvSpPr>
          <p:cNvPr id="4" name="Slide Number Placeholder 3"/>
          <p:cNvSpPr>
            <a:spLocks noGrp="1"/>
          </p:cNvSpPr>
          <p:nvPr>
            <p:ph type="sldNum" sz="quarter" idx="12"/>
          </p:nvPr>
        </p:nvSpPr>
        <p:spPr/>
        <p:txBody>
          <a:bodyPr/>
          <a:lstStyle/>
          <a:p>
            <a:fld id="{D07771B2-D7F7-364E-B6F3-F7FE93606BCE}" type="slidenum">
              <a:rPr lang="en-US" smtClean="0"/>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ym typeface="+mn-ea"/>
              </a:rPr>
              <a:t>How to implement an RNN in NLP</a:t>
            </a:r>
            <a:endParaRPr lang="en-US" dirty="0">
              <a:sym typeface="+mn-ea"/>
            </a:endParaRPr>
          </a:p>
        </p:txBody>
      </p:sp>
      <p:sp>
        <p:nvSpPr>
          <p:cNvPr id="3" name="Content Placeholder 2"/>
          <p:cNvSpPr>
            <a:spLocks noGrp="1"/>
          </p:cNvSpPr>
          <p:nvPr>
            <p:ph idx="1"/>
          </p:nvPr>
        </p:nvSpPr>
        <p:spPr/>
        <p:txBody>
          <a:bodyPr/>
          <a:lstStyle/>
          <a:p>
            <a:pPr algn="just"/>
            <a:r>
              <a:rPr lang="en-US" sz="1800" dirty="0"/>
              <a:t>Before using the data, you need to tokenise the text; this can be done with stemming, lemmatization, word embeddings or sentence embeddings.</a:t>
            </a:r>
            <a:endParaRPr lang="en-US" sz="1800" dirty="0"/>
          </a:p>
          <a:p>
            <a:pPr algn="just"/>
            <a:r>
              <a:rPr lang="en-US" sz="1800" dirty="0"/>
              <a:t>Build the model: This entails specifying the RNN’s architecture, including its layer count, the size of its hidden states, and the recurrent unit type (such as an LSTM or GRU).</a:t>
            </a:r>
            <a:endParaRPr lang="en-US" sz="1800" dirty="0"/>
          </a:p>
          <a:p>
            <a:pPr algn="just"/>
            <a:r>
              <a:rPr lang="en-US" sz="1800" dirty="0"/>
              <a:t>Train the model: To minimise a loss function, such as cross-entropy loss, the model’s parameters must be optimised while being fed the preprocessed data.</a:t>
            </a:r>
            <a:endParaRPr lang="en-US" sz="1800" dirty="0"/>
          </a:p>
          <a:p>
            <a:pPr algn="just"/>
            <a:r>
              <a:rPr lang="en-US" sz="1800" dirty="0"/>
              <a:t>Evaluate the model: This entails evaluating the model’s performance on a held-out test set using metrics like accuracy or perplexity.</a:t>
            </a:r>
            <a:endParaRPr lang="en-US" sz="1800" dirty="0"/>
          </a:p>
          <a:p>
            <a:pPr algn="just"/>
            <a:r>
              <a:rPr lang="en-US" sz="1800" dirty="0"/>
              <a:t>Use the model: The model can carry out the desired NLP task, such as text generation or language translation, after being trained and evaluated.</a:t>
            </a:r>
            <a:endParaRPr lang="en-US" sz="1800" dirty="0"/>
          </a:p>
        </p:txBody>
      </p:sp>
      <p:sp>
        <p:nvSpPr>
          <p:cNvPr id="4" name="Slide Number Placeholder 3"/>
          <p:cNvSpPr>
            <a:spLocks noGrp="1"/>
          </p:cNvSpPr>
          <p:nvPr>
            <p:ph type="sldNum" sz="quarter" idx="12"/>
          </p:nvPr>
        </p:nvSpPr>
        <p:spPr/>
        <p:txBody>
          <a:bodyPr/>
          <a:lstStyle/>
          <a:p>
            <a:fld id="{D07771B2-D7F7-364E-B6F3-F7FE93606BCE}" type="slidenum">
              <a:rPr lang="en-US" smtClean="0"/>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灯片编号占位符 1"/>
          <p:cNvSpPr>
            <a:spLocks noGrp="1"/>
          </p:cNvSpPr>
          <p:nvPr>
            <p:ph type="sldNum" sz="quarter" idx="12"/>
          </p:nvPr>
        </p:nvSpPr>
        <p:spPr/>
        <p:txBody>
          <a:bodyPr/>
          <a:p>
            <a:fld id="{D07771B2-D7F7-364E-B6F3-F7FE93606BCE}" type="slidenum">
              <a:rPr lang="en-US" smtClean="0"/>
            </a:fld>
            <a:endParaRPr lang="en-US"/>
          </a:p>
        </p:txBody>
      </p:sp>
      <p:sp>
        <p:nvSpPr>
          <p:cNvPr id="6" name="文本框 5"/>
          <p:cNvSpPr txBox="1"/>
          <p:nvPr/>
        </p:nvSpPr>
        <p:spPr>
          <a:xfrm>
            <a:off x="228600" y="361950"/>
            <a:ext cx="4110990" cy="3630930"/>
          </a:xfrm>
          <a:prstGeom prst="rect">
            <a:avLst/>
          </a:prstGeom>
          <a:noFill/>
        </p:spPr>
        <p:txBody>
          <a:bodyPr wrap="square" rtlCol="0" anchor="t">
            <a:spAutoFit/>
          </a:bodyPr>
          <a:p>
            <a:r>
              <a:rPr lang="zh-CN" altLang="en-US" sz="1000">
                <a:latin typeface="Times New Roman Regular" panose="02020503050405090304" charset="0"/>
                <a:ea typeface="微软雅黑" charset="0"/>
                <a:cs typeface="Times New Roman Regular" panose="02020503050405090304" charset="0"/>
              </a:rPr>
              <a:t>import pandas as pd</a:t>
            </a:r>
            <a:endParaRPr lang="zh-CN" altLang="en-US" sz="1000">
              <a:latin typeface="Times New Roman Regular" panose="02020503050405090304" charset="0"/>
              <a:ea typeface="微软雅黑" charset="0"/>
              <a:cs typeface="Times New Roman Regular" panose="02020503050405090304" charset="0"/>
            </a:endParaRPr>
          </a:p>
          <a:p>
            <a:r>
              <a:rPr lang="zh-CN" altLang="en-US" sz="1000">
                <a:latin typeface="Times New Roman Regular" panose="02020503050405090304" charset="0"/>
                <a:ea typeface="微软雅黑" charset="0"/>
                <a:cs typeface="Times New Roman Regular" panose="02020503050405090304" charset="0"/>
              </a:rPr>
              <a:t>import numpy as np</a:t>
            </a:r>
            <a:endParaRPr lang="zh-CN" altLang="en-US" sz="1000">
              <a:latin typeface="Times New Roman Regular" panose="02020503050405090304" charset="0"/>
              <a:ea typeface="微软雅黑" charset="0"/>
              <a:cs typeface="Times New Roman Regular" panose="02020503050405090304" charset="0"/>
            </a:endParaRPr>
          </a:p>
          <a:p>
            <a:r>
              <a:rPr lang="zh-CN" altLang="en-US" sz="1000">
                <a:latin typeface="Times New Roman Regular" panose="02020503050405090304" charset="0"/>
                <a:ea typeface="微软雅黑" charset="0"/>
                <a:cs typeface="Times New Roman Regular" panose="02020503050405090304" charset="0"/>
              </a:rPr>
              <a:t>from tensorflow.keras.preprocessing.text import Tokenizer</a:t>
            </a:r>
            <a:endParaRPr lang="zh-CN" altLang="en-US" sz="1000">
              <a:latin typeface="Times New Roman Regular" panose="02020503050405090304" charset="0"/>
              <a:ea typeface="微软雅黑" charset="0"/>
              <a:cs typeface="Times New Roman Regular" panose="02020503050405090304" charset="0"/>
            </a:endParaRPr>
          </a:p>
          <a:p>
            <a:r>
              <a:rPr lang="zh-CN" altLang="en-US" sz="1000">
                <a:latin typeface="Times New Roman Regular" panose="02020503050405090304" charset="0"/>
                <a:ea typeface="微软雅黑" charset="0"/>
                <a:cs typeface="Times New Roman Regular" panose="02020503050405090304" charset="0"/>
              </a:rPr>
              <a:t>from tensorflow.keras.preprocessing.sequence import pad_sequences</a:t>
            </a:r>
            <a:endParaRPr lang="zh-CN" altLang="en-US" sz="1000">
              <a:latin typeface="Times New Roman Regular" panose="02020503050405090304" charset="0"/>
              <a:ea typeface="微软雅黑" charset="0"/>
              <a:cs typeface="Times New Roman Regular" panose="02020503050405090304" charset="0"/>
            </a:endParaRPr>
          </a:p>
          <a:p>
            <a:r>
              <a:rPr lang="zh-CN" altLang="en-US" sz="1000">
                <a:latin typeface="Times New Roman Regular" panose="02020503050405090304" charset="0"/>
                <a:ea typeface="微软雅黑" charset="0"/>
                <a:cs typeface="Times New Roman Regular" panose="02020503050405090304" charset="0"/>
              </a:rPr>
              <a:t>from tensorflow.keras.models import Sequential</a:t>
            </a:r>
            <a:endParaRPr lang="zh-CN" altLang="en-US" sz="1000">
              <a:latin typeface="Times New Roman Regular" panose="02020503050405090304" charset="0"/>
              <a:ea typeface="微软雅黑" charset="0"/>
              <a:cs typeface="Times New Roman Regular" panose="02020503050405090304" charset="0"/>
            </a:endParaRPr>
          </a:p>
          <a:p>
            <a:r>
              <a:rPr lang="zh-CN" altLang="en-US" sz="1000">
                <a:latin typeface="Times New Roman Regular" panose="02020503050405090304" charset="0"/>
                <a:ea typeface="微软雅黑" charset="0"/>
                <a:cs typeface="Times New Roman Regular" panose="02020503050405090304" charset="0"/>
              </a:rPr>
              <a:t>from tensorflow.keras.layers import Embedding, LSTM, Dense, Dropout</a:t>
            </a:r>
            <a:endParaRPr lang="zh-CN" altLang="en-US" sz="1000">
              <a:latin typeface="Times New Roman Regular" panose="02020503050405090304" charset="0"/>
              <a:ea typeface="微软雅黑" charset="0"/>
              <a:cs typeface="Times New Roman Regular" panose="02020503050405090304" charset="0"/>
            </a:endParaRPr>
          </a:p>
          <a:p>
            <a:r>
              <a:rPr lang="zh-CN" altLang="en-US" sz="1000">
                <a:latin typeface="Times New Roman Regular" panose="02020503050405090304" charset="0"/>
                <a:ea typeface="微软雅黑" charset="0"/>
                <a:cs typeface="Times New Roman Regular" panose="02020503050405090304" charset="0"/>
              </a:rPr>
              <a:t>from sklearn.model_selection import train_test_split</a:t>
            </a:r>
            <a:endParaRPr lang="zh-CN" altLang="en-US" sz="1000">
              <a:latin typeface="Times New Roman Regular" panose="02020503050405090304" charset="0"/>
              <a:ea typeface="微软雅黑" charset="0"/>
              <a:cs typeface="Times New Roman Regular" panose="02020503050405090304" charset="0"/>
            </a:endParaRPr>
          </a:p>
          <a:p>
            <a:r>
              <a:rPr lang="zh-CN" altLang="en-US" sz="1000">
                <a:latin typeface="Times New Roman Regular" panose="02020503050405090304" charset="0"/>
                <a:ea typeface="微软雅黑" charset="0"/>
                <a:cs typeface="Times New Roman Regular" panose="02020503050405090304" charset="0"/>
              </a:rPr>
              <a:t>from sklearn.metrics import confusion_matrix</a:t>
            </a:r>
            <a:endParaRPr lang="zh-CN" altLang="en-US" sz="1000">
              <a:latin typeface="Times New Roman Regular" panose="02020503050405090304" charset="0"/>
              <a:ea typeface="微软雅黑" charset="0"/>
              <a:cs typeface="Times New Roman Regular" panose="02020503050405090304" charset="0"/>
            </a:endParaRPr>
          </a:p>
          <a:p>
            <a:endParaRPr lang="zh-CN" altLang="en-US" sz="1000">
              <a:latin typeface="Times New Roman Regular" panose="02020503050405090304" charset="0"/>
              <a:ea typeface="微软雅黑" charset="0"/>
              <a:cs typeface="Times New Roman Regular" panose="02020503050405090304" charset="0"/>
            </a:endParaRPr>
          </a:p>
          <a:p>
            <a:r>
              <a:rPr lang="zh-CN" altLang="en-US" sz="1000">
                <a:latin typeface="Times New Roman Regular" panose="02020503050405090304" charset="0"/>
                <a:ea typeface="微软雅黑" charset="0"/>
                <a:cs typeface="Times New Roman Regular" panose="02020503050405090304" charset="0"/>
              </a:rPr>
              <a:t>file_path = 'business_data.csv'</a:t>
            </a:r>
            <a:endParaRPr lang="zh-CN" altLang="en-US" sz="1000">
              <a:latin typeface="Times New Roman Regular" panose="02020503050405090304" charset="0"/>
              <a:ea typeface="微软雅黑" charset="0"/>
              <a:cs typeface="Times New Roman Regular" panose="02020503050405090304" charset="0"/>
            </a:endParaRPr>
          </a:p>
          <a:p>
            <a:r>
              <a:rPr lang="zh-CN" altLang="en-US" sz="1000">
                <a:latin typeface="Times New Roman Regular" panose="02020503050405090304" charset="0"/>
                <a:ea typeface="微软雅黑" charset="0"/>
                <a:cs typeface="Times New Roman Regular" panose="02020503050405090304" charset="0"/>
              </a:rPr>
              <a:t>data = pd.read_csv(file_path)</a:t>
            </a:r>
            <a:endParaRPr lang="zh-CN" altLang="en-US" sz="1000">
              <a:latin typeface="Times New Roman Regular" panose="02020503050405090304" charset="0"/>
              <a:ea typeface="微软雅黑" charset="0"/>
              <a:cs typeface="Times New Roman Regular" panose="02020503050405090304" charset="0"/>
            </a:endParaRPr>
          </a:p>
          <a:p>
            <a:r>
              <a:rPr lang="zh-CN" altLang="en-US" sz="1000">
                <a:latin typeface="Times New Roman Regular" panose="02020503050405090304" charset="0"/>
                <a:ea typeface="微软雅黑" charset="0"/>
                <a:cs typeface="Times New Roman Regular" panose="02020503050405090304" charset="0"/>
              </a:rPr>
              <a:t>texts = data['content'].tolist()</a:t>
            </a:r>
            <a:endParaRPr lang="zh-CN" altLang="en-US" sz="1000">
              <a:latin typeface="Times New Roman Regular" panose="02020503050405090304" charset="0"/>
              <a:ea typeface="微软雅黑" charset="0"/>
              <a:cs typeface="Times New Roman Regular" panose="02020503050405090304" charset="0"/>
            </a:endParaRPr>
          </a:p>
          <a:p>
            <a:r>
              <a:rPr lang="zh-CN" altLang="en-US" sz="1000">
                <a:latin typeface="Times New Roman Regular" panose="02020503050405090304" charset="0"/>
                <a:ea typeface="微软雅黑" charset="0"/>
                <a:cs typeface="Times New Roman Regular" panose="02020503050405090304" charset="0"/>
              </a:rPr>
              <a:t>categories = data['category'].tolist()</a:t>
            </a:r>
            <a:endParaRPr lang="zh-CN" altLang="en-US" sz="1000">
              <a:latin typeface="Times New Roman Regular" panose="02020503050405090304" charset="0"/>
              <a:ea typeface="微软雅黑" charset="0"/>
              <a:cs typeface="Times New Roman Regular" panose="02020503050405090304" charset="0"/>
            </a:endParaRPr>
          </a:p>
          <a:p>
            <a:endParaRPr lang="zh-CN" altLang="en-US" sz="1000">
              <a:latin typeface="Times New Roman Regular" panose="02020503050405090304" charset="0"/>
              <a:ea typeface="微软雅黑" charset="0"/>
              <a:cs typeface="Times New Roman Regular" panose="02020503050405090304" charset="0"/>
            </a:endParaRPr>
          </a:p>
          <a:p>
            <a:r>
              <a:rPr lang="zh-CN" altLang="en-US" sz="1000">
                <a:latin typeface="Times New Roman Regular" panose="02020503050405090304" charset="0"/>
                <a:ea typeface="微软雅黑" charset="0"/>
                <a:cs typeface="Times New Roman Regular" panose="02020503050405090304" charset="0"/>
              </a:rPr>
              <a:t>vocab_size = 10000</a:t>
            </a:r>
            <a:endParaRPr lang="zh-CN" altLang="en-US" sz="1000">
              <a:latin typeface="Times New Roman Regular" panose="02020503050405090304" charset="0"/>
              <a:ea typeface="微软雅黑" charset="0"/>
              <a:cs typeface="Times New Roman Regular" panose="02020503050405090304" charset="0"/>
            </a:endParaRPr>
          </a:p>
          <a:p>
            <a:r>
              <a:rPr lang="zh-CN" altLang="en-US" sz="1000">
                <a:latin typeface="Times New Roman Regular" panose="02020503050405090304" charset="0"/>
                <a:ea typeface="微软雅黑" charset="0"/>
                <a:cs typeface="Times New Roman Regular" panose="02020503050405090304" charset="0"/>
              </a:rPr>
              <a:t>embedding_dim = 128</a:t>
            </a:r>
            <a:endParaRPr lang="zh-CN" altLang="en-US" sz="1000">
              <a:latin typeface="Times New Roman Regular" panose="02020503050405090304" charset="0"/>
              <a:ea typeface="微软雅黑" charset="0"/>
              <a:cs typeface="Times New Roman Regular" panose="02020503050405090304" charset="0"/>
            </a:endParaRPr>
          </a:p>
          <a:p>
            <a:r>
              <a:rPr lang="zh-CN" altLang="en-US" sz="1000">
                <a:latin typeface="Times New Roman Regular" panose="02020503050405090304" charset="0"/>
                <a:ea typeface="微软雅黑" charset="0"/>
                <a:cs typeface="Times New Roman Regular" panose="02020503050405090304" charset="0"/>
              </a:rPr>
              <a:t>maxlen = 100</a:t>
            </a:r>
            <a:endParaRPr lang="zh-CN" altLang="en-US" sz="1000">
              <a:latin typeface="Times New Roman Regular" panose="02020503050405090304" charset="0"/>
              <a:ea typeface="微软雅黑" charset="0"/>
              <a:cs typeface="Times New Roman Regular" panose="02020503050405090304" charset="0"/>
            </a:endParaRPr>
          </a:p>
          <a:p>
            <a:endParaRPr lang="zh-CN" altLang="en-US" sz="1000">
              <a:latin typeface="Times New Roman Regular" panose="02020503050405090304" charset="0"/>
              <a:ea typeface="微软雅黑" charset="0"/>
              <a:cs typeface="Times New Roman Regular" panose="02020503050405090304" charset="0"/>
            </a:endParaRPr>
          </a:p>
          <a:p>
            <a:r>
              <a:rPr lang="zh-CN" altLang="en-US" sz="1000">
                <a:latin typeface="Times New Roman Regular" panose="02020503050405090304" charset="0"/>
                <a:ea typeface="微软雅黑" charset="0"/>
                <a:cs typeface="Times New Roman Regular" panose="02020503050405090304" charset="0"/>
              </a:rPr>
              <a:t>tokenizer = Tokenizer(num_words=vocab_size, oov_token="&lt;OOV&gt;")</a:t>
            </a:r>
            <a:endParaRPr lang="zh-CN" altLang="en-US" sz="1000">
              <a:latin typeface="Times New Roman Regular" panose="02020503050405090304" charset="0"/>
              <a:ea typeface="微软雅黑" charset="0"/>
              <a:cs typeface="Times New Roman Regular" panose="02020503050405090304" charset="0"/>
            </a:endParaRPr>
          </a:p>
          <a:p>
            <a:r>
              <a:rPr lang="zh-CN" altLang="en-US" sz="1000">
                <a:latin typeface="Times New Roman Regular" panose="02020503050405090304" charset="0"/>
                <a:ea typeface="微软雅黑" charset="0"/>
                <a:cs typeface="Times New Roman Regular" panose="02020503050405090304" charset="0"/>
              </a:rPr>
              <a:t>tokenizer.fit_on_texts(texts)</a:t>
            </a:r>
            <a:endParaRPr lang="zh-CN" altLang="en-US" sz="1000">
              <a:latin typeface="Times New Roman Regular" panose="02020503050405090304" charset="0"/>
              <a:ea typeface="微软雅黑" charset="0"/>
              <a:cs typeface="Times New Roman Regular" panose="02020503050405090304" charset="0"/>
            </a:endParaRPr>
          </a:p>
          <a:p>
            <a:r>
              <a:rPr lang="zh-CN" altLang="en-US" sz="1000">
                <a:latin typeface="Times New Roman Regular" panose="02020503050405090304" charset="0"/>
                <a:ea typeface="微软雅黑" charset="0"/>
                <a:cs typeface="Times New Roman Regular" panose="02020503050405090304" charset="0"/>
              </a:rPr>
              <a:t>sequences = tokenizer.texts_to_sequences(texts)</a:t>
            </a:r>
            <a:endParaRPr lang="zh-CN" altLang="en-US" sz="1000">
              <a:latin typeface="Times New Roman Regular" panose="02020503050405090304" charset="0"/>
              <a:ea typeface="微软雅黑" charset="0"/>
              <a:cs typeface="Times New Roman Regular" panose="02020503050405090304" charset="0"/>
            </a:endParaRPr>
          </a:p>
          <a:p>
            <a:r>
              <a:rPr lang="zh-CN" altLang="en-US" sz="1000">
                <a:latin typeface="Times New Roman Regular" panose="02020503050405090304" charset="0"/>
                <a:ea typeface="微软雅黑" charset="0"/>
                <a:cs typeface="Times New Roman Regular" panose="02020503050405090304" charset="0"/>
              </a:rPr>
              <a:t>padded_sequences = pad_sequences(sequences, maxlen=maxlen, padding='post')</a:t>
            </a:r>
            <a:endParaRPr lang="zh-CN" altLang="en-US" sz="1000">
              <a:latin typeface="Times New Roman Regular" panose="02020503050405090304" charset="0"/>
              <a:ea typeface="微软雅黑" charset="0"/>
              <a:cs typeface="Times New Roman Regular" panose="02020503050405090304" charset="0"/>
            </a:endParaRPr>
          </a:p>
        </p:txBody>
      </p:sp>
      <p:sp>
        <p:nvSpPr>
          <p:cNvPr id="7" name="文本框 6"/>
          <p:cNvSpPr txBox="1"/>
          <p:nvPr/>
        </p:nvSpPr>
        <p:spPr>
          <a:xfrm>
            <a:off x="4190365" y="361950"/>
            <a:ext cx="4801235" cy="4399915"/>
          </a:xfrm>
          <a:prstGeom prst="rect">
            <a:avLst/>
          </a:prstGeom>
          <a:noFill/>
        </p:spPr>
        <p:txBody>
          <a:bodyPr wrap="square" rtlCol="0" anchor="t">
            <a:spAutoFit/>
          </a:bodyPr>
          <a:p>
            <a:r>
              <a:rPr lang="zh-CN" altLang="en-US" sz="1000">
                <a:latin typeface="Times New Roman Regular" panose="02020503050405090304" charset="0"/>
                <a:cs typeface="Times New Roman Regular" panose="02020503050405090304" charset="0"/>
                <a:sym typeface="+mn-ea"/>
              </a:rPr>
              <a:t>from sklearn.preprocessing import LabelEncoder</a:t>
            </a:r>
            <a:endParaRPr lang="zh-CN" altLang="en-US" sz="1000">
              <a:latin typeface="Times New Roman Regular" panose="02020503050405090304" charset="0"/>
              <a:cs typeface="Times New Roman Regular" panose="02020503050405090304" charset="0"/>
              <a:sym typeface="+mn-ea"/>
            </a:endParaRPr>
          </a:p>
          <a:p>
            <a:r>
              <a:rPr lang="zh-CN" altLang="en-US" sz="1000">
                <a:latin typeface="Times New Roman Regular" panose="02020503050405090304" charset="0"/>
                <a:cs typeface="Times New Roman Regular" panose="02020503050405090304" charset="0"/>
                <a:sym typeface="+mn-ea"/>
              </a:rPr>
              <a:t>label_encoder = LabelEncoder()</a:t>
            </a:r>
            <a:endParaRPr lang="zh-CN" altLang="en-US" sz="1000">
              <a:latin typeface="Times New Roman Regular" panose="02020503050405090304" charset="0"/>
              <a:cs typeface="Times New Roman Regular" panose="02020503050405090304" charset="0"/>
              <a:sym typeface="+mn-ea"/>
            </a:endParaRPr>
          </a:p>
          <a:p>
            <a:r>
              <a:rPr lang="zh-CN" altLang="en-US" sz="1000">
                <a:latin typeface="Times New Roman Regular" panose="02020503050405090304" charset="0"/>
                <a:cs typeface="Times New Roman Regular" panose="02020503050405090304" charset="0"/>
                <a:sym typeface="+mn-ea"/>
              </a:rPr>
              <a:t>labels = label_encoder.fit_transform(categories)</a:t>
            </a:r>
            <a:endParaRPr lang="zh-CN" altLang="en-US" sz="1000">
              <a:latin typeface="Times New Roman Regular" panose="02020503050405090304" charset="0"/>
              <a:cs typeface="Times New Roman Regular" panose="02020503050405090304" charset="0"/>
              <a:sym typeface="+mn-ea"/>
            </a:endParaRPr>
          </a:p>
          <a:p>
            <a:r>
              <a:rPr lang="zh-CN" altLang="en-US" sz="1000">
                <a:latin typeface="Times New Roman Regular" panose="02020503050405090304" charset="0"/>
                <a:cs typeface="Times New Roman Regular" panose="02020503050405090304" charset="0"/>
                <a:sym typeface="+mn-ea"/>
              </a:rPr>
              <a:t>x_train, x_test, y_train, y_test = train_test_split(padded_sequences, labels, test_size=0.2, random_state=42)</a:t>
            </a:r>
            <a:endParaRPr lang="zh-CN" altLang="en-US" sz="1000">
              <a:latin typeface="Times New Roman Regular" panose="02020503050405090304" charset="0"/>
              <a:cs typeface="Times New Roman Regular" panose="02020503050405090304" charset="0"/>
              <a:sym typeface="+mn-ea"/>
            </a:endParaRPr>
          </a:p>
          <a:p>
            <a:endParaRPr lang="zh-CN" altLang="en-US" sz="1000">
              <a:latin typeface="Times New Roman Regular" panose="02020503050405090304" charset="0"/>
              <a:cs typeface="Times New Roman Regular" panose="02020503050405090304" charset="0"/>
              <a:sym typeface="+mn-ea"/>
            </a:endParaRPr>
          </a:p>
          <a:p>
            <a:r>
              <a:rPr lang="zh-CN" altLang="en-US" sz="1000">
                <a:latin typeface="Times New Roman Regular" panose="02020503050405090304" charset="0"/>
                <a:cs typeface="Times New Roman Regular" panose="02020503050405090304" charset="0"/>
                <a:sym typeface="+mn-ea"/>
              </a:rPr>
              <a:t>model = Sequential()</a:t>
            </a:r>
            <a:endParaRPr lang="zh-CN" altLang="en-US" sz="1000">
              <a:latin typeface="Times New Roman Regular" panose="02020503050405090304" charset="0"/>
              <a:cs typeface="Times New Roman Regular" panose="02020503050405090304" charset="0"/>
              <a:sym typeface="+mn-ea"/>
            </a:endParaRPr>
          </a:p>
          <a:p>
            <a:r>
              <a:rPr lang="zh-CN" altLang="en-US" sz="1000">
                <a:latin typeface="Times New Roman Regular" panose="02020503050405090304" charset="0"/>
                <a:cs typeface="Times New Roman Regular" panose="02020503050405090304" charset="0"/>
                <a:sym typeface="+mn-ea"/>
              </a:rPr>
              <a:t>model.add(Embedding(vocab_size, embedding_dim, input_length=maxlen))</a:t>
            </a:r>
            <a:endParaRPr lang="zh-CN" altLang="en-US" sz="1000">
              <a:latin typeface="Times New Roman Regular" panose="02020503050405090304" charset="0"/>
              <a:cs typeface="Times New Roman Regular" panose="02020503050405090304" charset="0"/>
              <a:sym typeface="+mn-ea"/>
            </a:endParaRPr>
          </a:p>
          <a:p>
            <a:r>
              <a:rPr lang="zh-CN" altLang="en-US" sz="1000">
                <a:latin typeface="Times New Roman Regular" panose="02020503050405090304" charset="0"/>
                <a:cs typeface="Times New Roman Regular" panose="02020503050405090304" charset="0"/>
                <a:sym typeface="+mn-ea"/>
              </a:rPr>
              <a:t>model.add(LSTM(64, return_sequences=False))</a:t>
            </a:r>
            <a:endParaRPr lang="zh-CN" altLang="en-US" sz="1000">
              <a:latin typeface="Times New Roman Regular" panose="02020503050405090304" charset="0"/>
              <a:cs typeface="Times New Roman Regular" panose="02020503050405090304" charset="0"/>
              <a:sym typeface="+mn-ea"/>
            </a:endParaRPr>
          </a:p>
          <a:p>
            <a:r>
              <a:rPr lang="zh-CN" altLang="en-US" sz="1000">
                <a:latin typeface="Times New Roman Regular" panose="02020503050405090304" charset="0"/>
                <a:cs typeface="Times New Roman Regular" panose="02020503050405090304" charset="0"/>
                <a:sym typeface="+mn-ea"/>
              </a:rPr>
              <a:t>model.add(Dropout(0.5))</a:t>
            </a:r>
            <a:endParaRPr lang="zh-CN" altLang="en-US" sz="1000">
              <a:latin typeface="Times New Roman Regular" panose="02020503050405090304" charset="0"/>
              <a:cs typeface="Times New Roman Regular" panose="02020503050405090304" charset="0"/>
              <a:sym typeface="+mn-ea"/>
            </a:endParaRPr>
          </a:p>
          <a:p>
            <a:r>
              <a:rPr lang="zh-CN" altLang="en-US" sz="1000">
                <a:latin typeface="Times New Roman Regular" panose="02020503050405090304" charset="0"/>
                <a:cs typeface="Times New Roman Regular" panose="02020503050405090304" charset="0"/>
                <a:sym typeface="+mn-ea"/>
              </a:rPr>
              <a:t>model.add(Dense(1, activation='sigmoid'))</a:t>
            </a:r>
            <a:endParaRPr lang="zh-CN" altLang="en-US" sz="1000">
              <a:latin typeface="Times New Roman Regular" panose="02020503050405090304" charset="0"/>
              <a:cs typeface="Times New Roman Regular" panose="02020503050405090304" charset="0"/>
              <a:sym typeface="+mn-ea"/>
            </a:endParaRPr>
          </a:p>
          <a:p>
            <a:endParaRPr lang="zh-CN" altLang="en-US" sz="1000">
              <a:latin typeface="Times New Roman Regular" panose="02020503050405090304" charset="0"/>
              <a:cs typeface="Times New Roman Regular" panose="02020503050405090304" charset="0"/>
              <a:sym typeface="+mn-ea"/>
            </a:endParaRPr>
          </a:p>
          <a:p>
            <a:r>
              <a:rPr lang="zh-CN" altLang="en-US" sz="1000">
                <a:latin typeface="Times New Roman Regular" panose="02020503050405090304" charset="0"/>
                <a:cs typeface="Times New Roman Regular" panose="02020503050405090304" charset="0"/>
                <a:sym typeface="+mn-ea"/>
              </a:rPr>
              <a:t>model.compile(optimizer='adam', loss='binary_crossentropy', metrics=['accuracy'])</a:t>
            </a:r>
            <a:endParaRPr lang="zh-CN" altLang="en-US" sz="1000">
              <a:latin typeface="Times New Roman Regular" panose="02020503050405090304" charset="0"/>
              <a:cs typeface="Times New Roman Regular" panose="02020503050405090304" charset="0"/>
              <a:sym typeface="+mn-ea"/>
            </a:endParaRPr>
          </a:p>
          <a:p>
            <a:r>
              <a:rPr lang="zh-CN" altLang="en-US" sz="1000">
                <a:latin typeface="Times New Roman Regular" panose="02020503050405090304" charset="0"/>
                <a:cs typeface="Times New Roman Regular" panose="02020503050405090304" charset="0"/>
                <a:sym typeface="+mn-ea"/>
              </a:rPr>
              <a:t>model.fit(x_train, y_train, epochs=10, batch_size=64, validation_data=(x_test, y_test))</a:t>
            </a:r>
            <a:endParaRPr lang="zh-CN" altLang="en-US" sz="1000">
              <a:latin typeface="Times New Roman Regular" panose="02020503050405090304" charset="0"/>
              <a:cs typeface="Times New Roman Regular" panose="02020503050405090304" charset="0"/>
              <a:sym typeface="+mn-ea"/>
            </a:endParaRPr>
          </a:p>
          <a:p>
            <a:endParaRPr lang="zh-CN" altLang="en-US" sz="1000">
              <a:latin typeface="Times New Roman Regular" panose="02020503050405090304" charset="0"/>
              <a:cs typeface="Times New Roman Regular" panose="02020503050405090304" charset="0"/>
              <a:sym typeface="+mn-ea"/>
            </a:endParaRPr>
          </a:p>
          <a:p>
            <a:r>
              <a:rPr lang="zh-CN" altLang="en-US" sz="1000">
                <a:latin typeface="Times New Roman Regular" panose="02020503050405090304" charset="0"/>
                <a:cs typeface="Times New Roman Regular" panose="02020503050405090304" charset="0"/>
                <a:sym typeface="+mn-ea"/>
              </a:rPr>
              <a:t>predictions = model.predict(x_test)</a:t>
            </a:r>
            <a:endParaRPr lang="zh-CN" altLang="en-US" sz="1000">
              <a:latin typeface="Times New Roman Regular" panose="02020503050405090304" charset="0"/>
              <a:cs typeface="Times New Roman Regular" panose="02020503050405090304" charset="0"/>
              <a:sym typeface="+mn-ea"/>
            </a:endParaRPr>
          </a:p>
          <a:p>
            <a:r>
              <a:rPr lang="zh-CN" altLang="en-US" sz="1000">
                <a:latin typeface="Times New Roman Regular" panose="02020503050405090304" charset="0"/>
                <a:cs typeface="Times New Roman Regular" panose="02020503050405090304" charset="0"/>
                <a:sym typeface="+mn-ea"/>
              </a:rPr>
              <a:t>predicted_classes = (predictions &gt; 0.5).astype(int).flatten()</a:t>
            </a:r>
            <a:endParaRPr lang="zh-CN" altLang="en-US" sz="1000">
              <a:latin typeface="Times New Roman Regular" panose="02020503050405090304" charset="0"/>
              <a:cs typeface="Times New Roman Regular" panose="02020503050405090304" charset="0"/>
              <a:sym typeface="+mn-ea"/>
            </a:endParaRPr>
          </a:p>
          <a:p>
            <a:r>
              <a:rPr lang="zh-CN" altLang="en-US" sz="1000">
                <a:latin typeface="Times New Roman Regular" panose="02020503050405090304" charset="0"/>
                <a:cs typeface="Times New Roman Regular" panose="02020503050405090304" charset="0"/>
                <a:sym typeface="+mn-ea"/>
              </a:rPr>
              <a:t>cm = confusion_matrix(y_test, predicted_classes)</a:t>
            </a:r>
            <a:endParaRPr lang="zh-CN" altLang="en-US" sz="1000">
              <a:latin typeface="Times New Roman Regular" panose="02020503050405090304" charset="0"/>
              <a:cs typeface="Times New Roman Regular" panose="02020503050405090304" charset="0"/>
              <a:sym typeface="+mn-ea"/>
            </a:endParaRPr>
          </a:p>
          <a:p>
            <a:endParaRPr lang="zh-CN" altLang="en-US" sz="1000">
              <a:latin typeface="Times New Roman Regular" panose="02020503050405090304" charset="0"/>
              <a:cs typeface="Times New Roman Regular" panose="02020503050405090304" charset="0"/>
              <a:sym typeface="+mn-ea"/>
            </a:endParaRPr>
          </a:p>
          <a:p>
            <a:r>
              <a:rPr lang="zh-CN" altLang="en-US" sz="1000">
                <a:latin typeface="Times New Roman Regular" panose="02020503050405090304" charset="0"/>
                <a:cs typeface="Times New Roman Regular" panose="02020503050405090304" charset="0"/>
                <a:sym typeface="+mn-ea"/>
              </a:rPr>
              <a:t>print("Confusion Matrix:")</a:t>
            </a:r>
            <a:endParaRPr lang="zh-CN" altLang="en-US" sz="1000">
              <a:latin typeface="Times New Roman Regular" panose="02020503050405090304" charset="0"/>
              <a:cs typeface="Times New Roman Regular" panose="02020503050405090304" charset="0"/>
              <a:sym typeface="+mn-ea"/>
            </a:endParaRPr>
          </a:p>
          <a:p>
            <a:r>
              <a:rPr lang="zh-CN" altLang="en-US" sz="1000">
                <a:latin typeface="Times New Roman Regular" panose="02020503050405090304" charset="0"/>
                <a:cs typeface="Times New Roman Regular" panose="02020503050405090304" charset="0"/>
                <a:sym typeface="+mn-ea"/>
              </a:rPr>
              <a:t>print(cm)</a:t>
            </a:r>
            <a:endParaRPr lang="zh-CN" altLang="en-US" sz="1000">
              <a:latin typeface="Times New Roman Regular" panose="02020503050405090304" charset="0"/>
              <a:cs typeface="Times New Roman Regular" panose="02020503050405090304" charset="0"/>
              <a:sym typeface="+mn-ea"/>
            </a:endParaRPr>
          </a:p>
          <a:p>
            <a:endParaRPr lang="zh-CN" altLang="en-US" sz="1000">
              <a:latin typeface="Times New Roman Regular" panose="02020503050405090304" charset="0"/>
              <a:cs typeface="Times New Roman Regular" panose="02020503050405090304" charset="0"/>
              <a:sym typeface="+mn-ea"/>
            </a:endParaRPr>
          </a:p>
          <a:p>
            <a:r>
              <a:rPr lang="zh-CN" altLang="en-US" sz="1000">
                <a:latin typeface="Times New Roman Regular" panose="02020503050405090304" charset="0"/>
                <a:cs typeface="Times New Roman Regular" panose="02020503050405090304" charset="0"/>
                <a:sym typeface="+mn-ea"/>
              </a:rPr>
              <a:t>from sklearn.metrics import classification_report</a:t>
            </a:r>
            <a:endParaRPr lang="zh-CN" altLang="en-US" sz="1000">
              <a:latin typeface="Times New Roman Regular" panose="02020503050405090304" charset="0"/>
              <a:cs typeface="Times New Roman Regular" panose="02020503050405090304" charset="0"/>
              <a:sym typeface="+mn-ea"/>
            </a:endParaRPr>
          </a:p>
          <a:p>
            <a:r>
              <a:rPr lang="zh-CN" altLang="en-US" sz="1000">
                <a:latin typeface="Times New Roman Regular" panose="02020503050405090304" charset="0"/>
                <a:cs typeface="Times New Roman Regular" panose="02020503050405090304" charset="0"/>
                <a:sym typeface="+mn-ea"/>
              </a:rPr>
              <a:t>class_names = label_encoder.classes_</a:t>
            </a:r>
            <a:endParaRPr lang="zh-CN" altLang="en-US" sz="1000">
              <a:latin typeface="Times New Roman Regular" panose="02020503050405090304" charset="0"/>
              <a:cs typeface="Times New Roman Regular" panose="02020503050405090304" charset="0"/>
              <a:sym typeface="+mn-ea"/>
            </a:endParaRPr>
          </a:p>
          <a:p>
            <a:r>
              <a:rPr lang="zh-CN" altLang="en-US" sz="1000">
                <a:latin typeface="Times New Roman Regular" panose="02020503050405090304" charset="0"/>
                <a:cs typeface="Times New Roman Regular" panose="02020503050405090304" charset="0"/>
                <a:sym typeface="+mn-ea"/>
              </a:rPr>
              <a:t>report = classification_report(y_test, predicted_classes, target_names=class_names, output_dict=True)</a:t>
            </a:r>
            <a:endParaRPr lang="zh-CN" altLang="en-US" sz="1000">
              <a:latin typeface="Times New Roman Regular" panose="02020503050405090304" charset="0"/>
              <a:cs typeface="Times New Roman Regular" panose="02020503050405090304" charset="0"/>
              <a:sym typeface="+mn-ea"/>
            </a:endParaRPr>
          </a:p>
          <a:p>
            <a:r>
              <a:rPr lang="zh-CN" altLang="en-US" sz="1000">
                <a:latin typeface="Times New Roman Regular" panose="02020503050405090304" charset="0"/>
                <a:cs typeface="Times New Roman Regular" panose="02020503050405090304" charset="0"/>
                <a:sym typeface="+mn-ea"/>
              </a:rPr>
              <a:t>for key, value in report.items():</a:t>
            </a:r>
            <a:endParaRPr lang="zh-CN" altLang="en-US" sz="1000">
              <a:latin typeface="Times New Roman Regular" panose="02020503050405090304" charset="0"/>
              <a:cs typeface="Times New Roman Regular" panose="02020503050405090304" charset="0"/>
              <a:sym typeface="+mn-ea"/>
            </a:endParaRPr>
          </a:p>
          <a:p>
            <a:r>
              <a:rPr lang="zh-CN" altLang="en-US" sz="1000">
                <a:latin typeface="Times New Roman Regular" panose="02020503050405090304" charset="0"/>
                <a:cs typeface="Times New Roman Regular" panose="02020503050405090304" charset="0"/>
                <a:sym typeface="+mn-ea"/>
              </a:rPr>
              <a:t>    print(f"{key}: {value}")</a:t>
            </a:r>
            <a:endParaRPr lang="zh-CN" altLang="en-US" sz="1000">
              <a:latin typeface="Times New Roman Regular" panose="02020503050405090304" charset="0"/>
              <a:cs typeface="Times New Roman Regular" panose="02020503050405090304" charset="0"/>
              <a:sym typeface="+mn-ea"/>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灯片编号占位符 1"/>
          <p:cNvSpPr>
            <a:spLocks noGrp="1"/>
          </p:cNvSpPr>
          <p:nvPr>
            <p:ph type="sldNum" sz="quarter" idx="12"/>
          </p:nvPr>
        </p:nvSpPr>
        <p:spPr/>
        <p:txBody>
          <a:bodyPr/>
          <a:p>
            <a:fld id="{D07771B2-D7F7-364E-B6F3-F7FE93606BCE}" type="slidenum">
              <a:rPr lang="en-US" smtClean="0"/>
            </a:fld>
            <a:endParaRPr lang="en-US"/>
          </a:p>
        </p:txBody>
      </p:sp>
      <p:sp>
        <p:nvSpPr>
          <p:cNvPr id="6" name="文本框 5"/>
          <p:cNvSpPr txBox="1"/>
          <p:nvPr/>
        </p:nvSpPr>
        <p:spPr>
          <a:xfrm>
            <a:off x="152400" y="209550"/>
            <a:ext cx="4110990" cy="4861560"/>
          </a:xfrm>
          <a:prstGeom prst="rect">
            <a:avLst/>
          </a:prstGeom>
          <a:noFill/>
        </p:spPr>
        <p:txBody>
          <a:bodyPr wrap="square" rtlCol="0" anchor="t">
            <a:spAutoFit/>
          </a:bodyPr>
          <a:p>
            <a:r>
              <a:rPr lang="zh-CN" altLang="en-US" sz="1000">
                <a:latin typeface="Times New Roman Regular" panose="02020503050405090304" charset="0"/>
                <a:ea typeface="微软雅黑" charset="0"/>
                <a:cs typeface="Times New Roman Regular" panose="02020503050405090304" charset="0"/>
              </a:rPr>
              <a:t>Epoch 1/10</a:t>
            </a:r>
            <a:endParaRPr lang="zh-CN" altLang="en-US" sz="1000">
              <a:latin typeface="Times New Roman Regular" panose="02020503050405090304" charset="0"/>
              <a:ea typeface="微软雅黑" charset="0"/>
              <a:cs typeface="Times New Roman Regular" panose="02020503050405090304" charset="0"/>
            </a:endParaRPr>
          </a:p>
          <a:p>
            <a:r>
              <a:rPr lang="zh-CN" altLang="en-US" sz="1000">
                <a:latin typeface="Times New Roman Regular" panose="02020503050405090304" charset="0"/>
                <a:ea typeface="微软雅黑" charset="0"/>
                <a:cs typeface="Times New Roman Regular" panose="02020503050405090304" charset="0"/>
              </a:rPr>
              <a:t>25/25 ━━━━━━━━━━━━━━━━━━━━ 2s 49ms/step - accuracy: 0.6059 - loss: 0.6642 - val_accuracy: 0.7225 - val_loss: 0.5412</a:t>
            </a:r>
            <a:endParaRPr lang="zh-CN" altLang="en-US" sz="1000">
              <a:latin typeface="Times New Roman Regular" panose="02020503050405090304" charset="0"/>
              <a:ea typeface="微软雅黑" charset="0"/>
              <a:cs typeface="Times New Roman Regular" panose="02020503050405090304" charset="0"/>
            </a:endParaRPr>
          </a:p>
          <a:p>
            <a:r>
              <a:rPr lang="zh-CN" altLang="en-US" sz="1000">
                <a:latin typeface="Times New Roman Regular" panose="02020503050405090304" charset="0"/>
                <a:ea typeface="微软雅黑" charset="0"/>
                <a:cs typeface="Times New Roman Regular" panose="02020503050405090304" charset="0"/>
              </a:rPr>
              <a:t>Epoch 2/10</a:t>
            </a:r>
            <a:endParaRPr lang="zh-CN" altLang="en-US" sz="1000">
              <a:latin typeface="Times New Roman Regular" panose="02020503050405090304" charset="0"/>
              <a:ea typeface="微软雅黑" charset="0"/>
              <a:cs typeface="Times New Roman Regular" panose="02020503050405090304" charset="0"/>
            </a:endParaRPr>
          </a:p>
          <a:p>
            <a:r>
              <a:rPr lang="zh-CN" altLang="en-US" sz="1000">
                <a:latin typeface="Times New Roman Regular" panose="02020503050405090304" charset="0"/>
                <a:ea typeface="微软雅黑" charset="0"/>
                <a:cs typeface="Times New Roman Regular" panose="02020503050405090304" charset="0"/>
              </a:rPr>
              <a:t>25/25 ━━━━━━━━━━━━━━━━━━━━ 1s 47ms/step - accuracy: 0.8156 - loss: 0.4753 - val_accuracy: 0.7325 - val_loss: 0.5199</a:t>
            </a:r>
            <a:endParaRPr lang="zh-CN" altLang="en-US" sz="1000">
              <a:latin typeface="Times New Roman Regular" panose="02020503050405090304" charset="0"/>
              <a:ea typeface="微软雅黑" charset="0"/>
              <a:cs typeface="Times New Roman Regular" panose="02020503050405090304" charset="0"/>
            </a:endParaRPr>
          </a:p>
          <a:p>
            <a:r>
              <a:rPr lang="zh-CN" altLang="en-US" sz="1000">
                <a:latin typeface="Times New Roman Regular" panose="02020503050405090304" charset="0"/>
                <a:ea typeface="微软雅黑" charset="0"/>
                <a:cs typeface="Times New Roman Regular" panose="02020503050405090304" charset="0"/>
              </a:rPr>
              <a:t>Epoch 3/10</a:t>
            </a:r>
            <a:endParaRPr lang="zh-CN" altLang="en-US" sz="1000">
              <a:latin typeface="Times New Roman Regular" panose="02020503050405090304" charset="0"/>
              <a:ea typeface="微软雅黑" charset="0"/>
              <a:cs typeface="Times New Roman Regular" panose="02020503050405090304" charset="0"/>
            </a:endParaRPr>
          </a:p>
          <a:p>
            <a:r>
              <a:rPr lang="zh-CN" altLang="en-US" sz="1000">
                <a:latin typeface="Times New Roman Regular" panose="02020503050405090304" charset="0"/>
                <a:ea typeface="微软雅黑" charset="0"/>
                <a:cs typeface="Times New Roman Regular" panose="02020503050405090304" charset="0"/>
              </a:rPr>
              <a:t>25/25 ━━━━━━━━━━━━━━━━━━━━ 1s 46ms/step - accuracy: 0.8734 - loss: 0.3932 - val_accuracy: 0.7025 - val_loss: 0.5707</a:t>
            </a:r>
            <a:endParaRPr lang="zh-CN" altLang="en-US" sz="1000">
              <a:latin typeface="Times New Roman Regular" panose="02020503050405090304" charset="0"/>
              <a:ea typeface="微软雅黑" charset="0"/>
              <a:cs typeface="Times New Roman Regular" panose="02020503050405090304" charset="0"/>
            </a:endParaRPr>
          </a:p>
          <a:p>
            <a:r>
              <a:rPr lang="zh-CN" altLang="en-US" sz="1000">
                <a:latin typeface="Times New Roman Regular" panose="02020503050405090304" charset="0"/>
                <a:ea typeface="微软雅黑" charset="0"/>
                <a:cs typeface="Times New Roman Regular" panose="02020503050405090304" charset="0"/>
              </a:rPr>
              <a:t>Epoch 4/10</a:t>
            </a:r>
            <a:endParaRPr lang="zh-CN" altLang="en-US" sz="1000">
              <a:latin typeface="Times New Roman Regular" panose="02020503050405090304" charset="0"/>
              <a:ea typeface="微软雅黑" charset="0"/>
              <a:cs typeface="Times New Roman Regular" panose="02020503050405090304" charset="0"/>
            </a:endParaRPr>
          </a:p>
          <a:p>
            <a:r>
              <a:rPr lang="zh-CN" altLang="en-US" sz="1000">
                <a:latin typeface="Times New Roman Regular" panose="02020503050405090304" charset="0"/>
                <a:ea typeface="微软雅黑" charset="0"/>
                <a:cs typeface="Times New Roman Regular" panose="02020503050405090304" charset="0"/>
              </a:rPr>
              <a:t>25/25 ━━━━━━━━━━━━━━━━━━━━ 1s 46ms/step - accuracy: 0.9312 - loss: 0.2104 - val_accuracy: 0.6675 - val_loss: 1.0885</a:t>
            </a:r>
            <a:endParaRPr lang="zh-CN" altLang="en-US" sz="1000">
              <a:latin typeface="Times New Roman Regular" panose="02020503050405090304" charset="0"/>
              <a:ea typeface="微软雅黑" charset="0"/>
              <a:cs typeface="Times New Roman Regular" panose="02020503050405090304" charset="0"/>
            </a:endParaRPr>
          </a:p>
          <a:p>
            <a:r>
              <a:rPr lang="zh-CN" altLang="en-US" sz="1000">
                <a:latin typeface="Times New Roman Regular" panose="02020503050405090304" charset="0"/>
                <a:ea typeface="微软雅黑" charset="0"/>
                <a:cs typeface="Times New Roman Regular" panose="02020503050405090304" charset="0"/>
              </a:rPr>
              <a:t>Epoch 5/10</a:t>
            </a:r>
            <a:endParaRPr lang="zh-CN" altLang="en-US" sz="1000">
              <a:latin typeface="Times New Roman Regular" panose="02020503050405090304" charset="0"/>
              <a:ea typeface="微软雅黑" charset="0"/>
              <a:cs typeface="Times New Roman Regular" panose="02020503050405090304" charset="0"/>
            </a:endParaRPr>
          </a:p>
          <a:p>
            <a:r>
              <a:rPr lang="zh-CN" altLang="en-US" sz="1000">
                <a:latin typeface="Times New Roman Regular" panose="02020503050405090304" charset="0"/>
                <a:ea typeface="微软雅黑" charset="0"/>
                <a:cs typeface="Times New Roman Regular" panose="02020503050405090304" charset="0"/>
              </a:rPr>
              <a:t>25/25 ━━━━━━━━━━━━━━━━━━━━ 1s 45ms/step - accuracy: 0.8913 - loss: 0.3349 - val_accuracy: 0.7250 - val_loss: 0.8547</a:t>
            </a:r>
            <a:endParaRPr lang="zh-CN" altLang="en-US" sz="1000">
              <a:latin typeface="Times New Roman Regular" panose="02020503050405090304" charset="0"/>
              <a:ea typeface="微软雅黑" charset="0"/>
              <a:cs typeface="Times New Roman Regular" panose="02020503050405090304" charset="0"/>
            </a:endParaRPr>
          </a:p>
          <a:p>
            <a:r>
              <a:rPr lang="zh-CN" altLang="en-US" sz="1000">
                <a:latin typeface="Times New Roman Regular" panose="02020503050405090304" charset="0"/>
                <a:ea typeface="微软雅黑" charset="0"/>
                <a:cs typeface="Times New Roman Regular" panose="02020503050405090304" charset="0"/>
              </a:rPr>
              <a:t>Epoch 6/10</a:t>
            </a:r>
            <a:endParaRPr lang="zh-CN" altLang="en-US" sz="1000">
              <a:latin typeface="Times New Roman Regular" panose="02020503050405090304" charset="0"/>
              <a:ea typeface="微软雅黑" charset="0"/>
              <a:cs typeface="Times New Roman Regular" panose="02020503050405090304" charset="0"/>
            </a:endParaRPr>
          </a:p>
          <a:p>
            <a:r>
              <a:rPr lang="zh-CN" altLang="en-US" sz="1000">
                <a:latin typeface="Times New Roman Regular" panose="02020503050405090304" charset="0"/>
                <a:ea typeface="微软雅黑" charset="0"/>
                <a:cs typeface="Times New Roman Regular" panose="02020503050405090304" charset="0"/>
              </a:rPr>
              <a:t>25/25 ━━━━━━━━━━━━━━━━━━━━ 1s 48ms/step - accuracy: 0.9411 - loss: 0.2123 - val_accuracy: 0.7125 - val_loss: 0.7491</a:t>
            </a:r>
            <a:endParaRPr lang="zh-CN" altLang="en-US" sz="1000">
              <a:latin typeface="Times New Roman Regular" panose="02020503050405090304" charset="0"/>
              <a:ea typeface="微软雅黑" charset="0"/>
              <a:cs typeface="Times New Roman Regular" panose="02020503050405090304" charset="0"/>
            </a:endParaRPr>
          </a:p>
          <a:p>
            <a:r>
              <a:rPr lang="zh-CN" altLang="en-US" sz="1000">
                <a:latin typeface="Times New Roman Regular" panose="02020503050405090304" charset="0"/>
                <a:ea typeface="微软雅黑" charset="0"/>
                <a:cs typeface="Times New Roman Regular" panose="02020503050405090304" charset="0"/>
              </a:rPr>
              <a:t>Epoch 7/10</a:t>
            </a:r>
            <a:endParaRPr lang="zh-CN" altLang="en-US" sz="1000">
              <a:latin typeface="Times New Roman Regular" panose="02020503050405090304" charset="0"/>
              <a:ea typeface="微软雅黑" charset="0"/>
              <a:cs typeface="Times New Roman Regular" panose="02020503050405090304" charset="0"/>
            </a:endParaRPr>
          </a:p>
          <a:p>
            <a:r>
              <a:rPr lang="zh-CN" altLang="en-US" sz="1000">
                <a:latin typeface="Times New Roman Regular" panose="02020503050405090304" charset="0"/>
                <a:ea typeface="微软雅黑" charset="0"/>
                <a:cs typeface="Times New Roman Regular" panose="02020503050405090304" charset="0"/>
              </a:rPr>
              <a:t>25/25 ━━━━━━━━━━━━━━━━━━━━ 1s 45ms/step - accuracy: 0.9777 - loss: 0.1182 - val_accuracy: 0.7300 - val_loss: 0.7119</a:t>
            </a:r>
            <a:endParaRPr lang="zh-CN" altLang="en-US" sz="1000">
              <a:latin typeface="Times New Roman Regular" panose="02020503050405090304" charset="0"/>
              <a:ea typeface="微软雅黑" charset="0"/>
              <a:cs typeface="Times New Roman Regular" panose="02020503050405090304" charset="0"/>
            </a:endParaRPr>
          </a:p>
          <a:p>
            <a:r>
              <a:rPr lang="zh-CN" altLang="en-US" sz="1000">
                <a:latin typeface="Times New Roman Regular" panose="02020503050405090304" charset="0"/>
                <a:ea typeface="微软雅黑" charset="0"/>
                <a:cs typeface="Times New Roman Regular" panose="02020503050405090304" charset="0"/>
              </a:rPr>
              <a:t>Epoch 8/10</a:t>
            </a:r>
            <a:endParaRPr lang="zh-CN" altLang="en-US" sz="1000">
              <a:latin typeface="Times New Roman Regular" panose="02020503050405090304" charset="0"/>
              <a:ea typeface="微软雅黑" charset="0"/>
              <a:cs typeface="Times New Roman Regular" panose="02020503050405090304" charset="0"/>
            </a:endParaRPr>
          </a:p>
          <a:p>
            <a:r>
              <a:rPr lang="zh-CN" altLang="en-US" sz="1000">
                <a:latin typeface="Times New Roman Regular" panose="02020503050405090304" charset="0"/>
                <a:ea typeface="微软雅黑" charset="0"/>
                <a:cs typeface="Times New Roman Regular" panose="02020503050405090304" charset="0"/>
              </a:rPr>
              <a:t>25/25 ━━━━━━━━━━━━━━━━━━━━ 1s 46ms/step - accuracy: 0.9822 - loss: 0.0914 - val_accuracy: 0.7175 - val_loss: 0.9216</a:t>
            </a:r>
            <a:endParaRPr lang="zh-CN" altLang="en-US" sz="1000">
              <a:latin typeface="Times New Roman Regular" panose="02020503050405090304" charset="0"/>
              <a:ea typeface="微软雅黑" charset="0"/>
              <a:cs typeface="Times New Roman Regular" panose="02020503050405090304" charset="0"/>
            </a:endParaRPr>
          </a:p>
          <a:p>
            <a:r>
              <a:rPr lang="zh-CN" altLang="en-US" sz="1000">
                <a:latin typeface="Times New Roman Regular" panose="02020503050405090304" charset="0"/>
                <a:ea typeface="微软雅黑" charset="0"/>
                <a:cs typeface="Times New Roman Regular" panose="02020503050405090304" charset="0"/>
              </a:rPr>
              <a:t>Epoch 9/10</a:t>
            </a:r>
            <a:endParaRPr lang="zh-CN" altLang="en-US" sz="1000">
              <a:latin typeface="Times New Roman Regular" panose="02020503050405090304" charset="0"/>
              <a:ea typeface="微软雅黑" charset="0"/>
              <a:cs typeface="Times New Roman Regular" panose="02020503050405090304" charset="0"/>
            </a:endParaRPr>
          </a:p>
          <a:p>
            <a:r>
              <a:rPr lang="zh-CN" altLang="en-US" sz="1000">
                <a:latin typeface="Times New Roman Regular" panose="02020503050405090304" charset="0"/>
                <a:ea typeface="微软雅黑" charset="0"/>
                <a:cs typeface="Times New Roman Regular" panose="02020503050405090304" charset="0"/>
              </a:rPr>
              <a:t>25/25 ━━━━━━━━━━━━━━━━━━━━ 1s 45ms/step - accuracy: 0.9792 - loss: 0.0689 - val_accuracy: 0.6875 - val_loss: 1.0108</a:t>
            </a:r>
            <a:endParaRPr lang="zh-CN" altLang="en-US" sz="1000">
              <a:latin typeface="Times New Roman Regular" panose="02020503050405090304" charset="0"/>
              <a:ea typeface="微软雅黑" charset="0"/>
              <a:cs typeface="Times New Roman Regular" panose="02020503050405090304" charset="0"/>
            </a:endParaRPr>
          </a:p>
          <a:p>
            <a:r>
              <a:rPr lang="zh-CN" altLang="en-US" sz="1000">
                <a:latin typeface="Times New Roman Regular" panose="02020503050405090304" charset="0"/>
                <a:ea typeface="微软雅黑" charset="0"/>
                <a:cs typeface="Times New Roman Regular" panose="02020503050405090304" charset="0"/>
              </a:rPr>
              <a:t>Epoch 10/10</a:t>
            </a:r>
            <a:endParaRPr lang="zh-CN" altLang="en-US" sz="1000">
              <a:latin typeface="Times New Roman Regular" panose="02020503050405090304" charset="0"/>
              <a:ea typeface="微软雅黑" charset="0"/>
              <a:cs typeface="Times New Roman Regular" panose="02020503050405090304" charset="0"/>
            </a:endParaRPr>
          </a:p>
          <a:p>
            <a:r>
              <a:rPr lang="zh-CN" altLang="en-US" sz="1000">
                <a:latin typeface="Times New Roman Regular" panose="02020503050405090304" charset="0"/>
                <a:ea typeface="微软雅黑" charset="0"/>
                <a:cs typeface="Times New Roman Regular" panose="02020503050405090304" charset="0"/>
              </a:rPr>
              <a:t>25/25 ━━━━━━━━━━━━━━━━━━━━ 1s 46ms/step - accuracy: 0.9897 - loss: 0.0472 - val_accuracy: 0.6575 - val_loss: 1.4330</a:t>
            </a:r>
            <a:endParaRPr lang="zh-CN" altLang="en-US" sz="1000">
              <a:latin typeface="Times New Roman Regular" panose="02020503050405090304" charset="0"/>
              <a:ea typeface="微软雅黑" charset="0"/>
              <a:cs typeface="Times New Roman Regular" panose="02020503050405090304" charset="0"/>
            </a:endParaRPr>
          </a:p>
          <a:p>
            <a:r>
              <a:rPr lang="zh-CN" altLang="en-US" sz="1000">
                <a:latin typeface="Times New Roman Regular" panose="02020503050405090304" charset="0"/>
                <a:ea typeface="微软雅黑" charset="0"/>
                <a:cs typeface="Times New Roman Regular" panose="02020503050405090304" charset="0"/>
              </a:rPr>
              <a:t>13/13 ━━━━━━━━━━━━━━━━━━━━ 0s 10ms/step</a:t>
            </a:r>
            <a:endParaRPr lang="zh-CN" altLang="en-US" sz="1000">
              <a:latin typeface="Times New Roman Regular" panose="02020503050405090304" charset="0"/>
              <a:ea typeface="微软雅黑" charset="0"/>
              <a:cs typeface="Times New Roman Regular" panose="02020503050405090304" charset="0"/>
            </a:endParaRPr>
          </a:p>
        </p:txBody>
      </p:sp>
      <p:sp>
        <p:nvSpPr>
          <p:cNvPr id="7" name="文本框 6"/>
          <p:cNvSpPr txBox="1"/>
          <p:nvPr/>
        </p:nvSpPr>
        <p:spPr>
          <a:xfrm>
            <a:off x="4190365" y="361950"/>
            <a:ext cx="4801235" cy="1938020"/>
          </a:xfrm>
          <a:prstGeom prst="rect">
            <a:avLst/>
          </a:prstGeom>
          <a:noFill/>
        </p:spPr>
        <p:txBody>
          <a:bodyPr wrap="square" rtlCol="0" anchor="t">
            <a:spAutoFit/>
          </a:bodyPr>
          <a:p>
            <a:r>
              <a:rPr lang="zh-CN" altLang="en-US" sz="1000">
                <a:latin typeface="Times New Roman Regular" panose="02020503050405090304" charset="0"/>
                <a:cs typeface="Times New Roman Regular" panose="02020503050405090304" charset="0"/>
                <a:sym typeface="+mn-ea"/>
              </a:rPr>
              <a:t>Confusion Matrix:</a:t>
            </a:r>
            <a:endParaRPr lang="zh-CN" altLang="en-US" sz="1000">
              <a:latin typeface="Times New Roman Regular" panose="02020503050405090304" charset="0"/>
              <a:cs typeface="Times New Roman Regular" panose="02020503050405090304" charset="0"/>
              <a:sym typeface="+mn-ea"/>
            </a:endParaRPr>
          </a:p>
          <a:p>
            <a:r>
              <a:rPr lang="zh-CN" altLang="en-US" sz="1000">
                <a:latin typeface="Times New Roman Regular" panose="02020503050405090304" charset="0"/>
                <a:cs typeface="Times New Roman Regular" panose="02020503050405090304" charset="0"/>
                <a:sym typeface="+mn-ea"/>
              </a:rPr>
              <a:t>[[ 99 100]</a:t>
            </a:r>
            <a:endParaRPr lang="zh-CN" altLang="en-US" sz="1000">
              <a:latin typeface="Times New Roman Regular" panose="02020503050405090304" charset="0"/>
              <a:cs typeface="Times New Roman Regular" panose="02020503050405090304" charset="0"/>
              <a:sym typeface="+mn-ea"/>
            </a:endParaRPr>
          </a:p>
          <a:p>
            <a:r>
              <a:rPr lang="zh-CN" altLang="en-US" sz="1000">
                <a:latin typeface="Times New Roman Regular" panose="02020503050405090304" charset="0"/>
                <a:cs typeface="Times New Roman Regular" panose="02020503050405090304" charset="0"/>
                <a:sym typeface="+mn-ea"/>
              </a:rPr>
              <a:t> [ 37 164]]</a:t>
            </a:r>
            <a:endParaRPr lang="zh-CN" altLang="en-US" sz="1000">
              <a:latin typeface="Times New Roman Regular" panose="02020503050405090304" charset="0"/>
              <a:cs typeface="Times New Roman Regular" panose="02020503050405090304" charset="0"/>
              <a:sym typeface="+mn-ea"/>
            </a:endParaRPr>
          </a:p>
          <a:p>
            <a:r>
              <a:rPr lang="zh-CN" altLang="en-US" sz="1000">
                <a:latin typeface="Times New Roman Regular" panose="02020503050405090304" charset="0"/>
                <a:cs typeface="Times New Roman Regular" panose="02020503050405090304" charset="0"/>
                <a:sym typeface="+mn-ea"/>
              </a:rPr>
              <a:t>business: {'precision': 0.7279411764705882, 'recall': 0.49748743718592964, 'f1-score': 0.591044776119403, 'support': 199.0}</a:t>
            </a:r>
            <a:endParaRPr lang="zh-CN" altLang="en-US" sz="1000">
              <a:latin typeface="Times New Roman Regular" panose="02020503050405090304" charset="0"/>
              <a:cs typeface="Times New Roman Regular" panose="02020503050405090304" charset="0"/>
              <a:sym typeface="+mn-ea"/>
            </a:endParaRPr>
          </a:p>
          <a:p>
            <a:r>
              <a:rPr lang="zh-CN" altLang="en-US" sz="1000">
                <a:latin typeface="Times New Roman Regular" panose="02020503050405090304" charset="0"/>
                <a:cs typeface="Times New Roman Regular" panose="02020503050405090304" charset="0"/>
                <a:sym typeface="+mn-ea"/>
              </a:rPr>
              <a:t>tradee: {'precision': 0.6212121212121212, 'recall': 0.8159203980099502, 'f1-score': 0.7053763440860216, 'support': 201.0}</a:t>
            </a:r>
            <a:endParaRPr lang="zh-CN" altLang="en-US" sz="1000">
              <a:latin typeface="Times New Roman Regular" panose="02020503050405090304" charset="0"/>
              <a:cs typeface="Times New Roman Regular" panose="02020503050405090304" charset="0"/>
              <a:sym typeface="+mn-ea"/>
            </a:endParaRPr>
          </a:p>
          <a:p>
            <a:r>
              <a:rPr lang="zh-CN" altLang="en-US" sz="1000">
                <a:latin typeface="Times New Roman Regular" panose="02020503050405090304" charset="0"/>
                <a:cs typeface="Times New Roman Regular" panose="02020503050405090304" charset="0"/>
                <a:sym typeface="+mn-ea"/>
              </a:rPr>
              <a:t>accuracy: 0.6575</a:t>
            </a:r>
            <a:endParaRPr lang="zh-CN" altLang="en-US" sz="1000">
              <a:latin typeface="Times New Roman Regular" panose="02020503050405090304" charset="0"/>
              <a:cs typeface="Times New Roman Regular" panose="02020503050405090304" charset="0"/>
              <a:sym typeface="+mn-ea"/>
            </a:endParaRPr>
          </a:p>
          <a:p>
            <a:r>
              <a:rPr lang="zh-CN" altLang="en-US" sz="1000">
                <a:latin typeface="Times New Roman Regular" panose="02020503050405090304" charset="0"/>
                <a:cs typeface="Times New Roman Regular" panose="02020503050405090304" charset="0"/>
                <a:sym typeface="+mn-ea"/>
              </a:rPr>
              <a:t>macro avg: {'precision': 0.6745766488413547, 'recall': 0.6567039175979399, 'f1-score': 0.6482105601027123, 'support': 400.0}</a:t>
            </a:r>
            <a:endParaRPr lang="zh-CN" altLang="en-US" sz="1000">
              <a:latin typeface="Times New Roman Regular" panose="02020503050405090304" charset="0"/>
              <a:cs typeface="Times New Roman Regular" panose="02020503050405090304" charset="0"/>
              <a:sym typeface="+mn-ea"/>
            </a:endParaRPr>
          </a:p>
          <a:p>
            <a:r>
              <a:rPr lang="zh-CN" altLang="en-US" sz="1000">
                <a:latin typeface="Times New Roman Regular" panose="02020503050405090304" charset="0"/>
                <a:cs typeface="Times New Roman Regular" panose="02020503050405090304" charset="0"/>
                <a:sym typeface="+mn-ea"/>
              </a:rPr>
              <a:t>weighted avg: {'precision': 0.6743098262032085, 'recall': 0.6575, 'f1-score': 0.6484963890226288, 'support': 400.0}</a:t>
            </a:r>
            <a:endParaRPr lang="zh-CN" altLang="en-US" sz="1000">
              <a:latin typeface="Times New Roman Regular" panose="02020503050405090304" charset="0"/>
              <a:cs typeface="Times New Roman Regular" panose="02020503050405090304" charset="0"/>
              <a:sym typeface="+mn-ea"/>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ym typeface="+mn-ea"/>
              </a:rPr>
              <a:t>Attention-based </a:t>
            </a:r>
            <a:r>
              <a:rPr lang="en-US" dirty="0">
                <a:sym typeface="+mn-ea"/>
              </a:rPr>
              <a:t>network</a:t>
            </a:r>
            <a:endParaRPr lang="en-US" dirty="0">
              <a:sym typeface="+mn-ea"/>
            </a:endParaRPr>
          </a:p>
        </p:txBody>
      </p:sp>
      <p:sp>
        <p:nvSpPr>
          <p:cNvPr id="3" name="Content Placeholder 2"/>
          <p:cNvSpPr>
            <a:spLocks noGrp="1"/>
          </p:cNvSpPr>
          <p:nvPr>
            <p:ph idx="1"/>
          </p:nvPr>
        </p:nvSpPr>
        <p:spPr/>
        <p:txBody>
          <a:bodyPr/>
          <a:lstStyle/>
          <a:p>
            <a:pPr algn="just"/>
            <a:r>
              <a:rPr lang="en-US" sz="2000" dirty="0"/>
              <a:t>The attention mechanism is a powerful technique that allows models to focus on specific parts of the input data when making predictions. This is particularly useful in natural language processing (NLP) tasks, where the relevance of words can vary significantly depending on their context.</a:t>
            </a:r>
            <a:endParaRPr lang="en-US" sz="2000" dirty="0"/>
          </a:p>
        </p:txBody>
      </p:sp>
      <p:sp>
        <p:nvSpPr>
          <p:cNvPr id="4" name="Slide Number Placeholder 3"/>
          <p:cNvSpPr>
            <a:spLocks noGrp="1"/>
          </p:cNvSpPr>
          <p:nvPr>
            <p:ph type="sldNum" sz="quarter" idx="12"/>
          </p:nvPr>
        </p:nvSpPr>
        <p:spPr/>
        <p:txBody>
          <a:bodyPr/>
          <a:lstStyle/>
          <a:p>
            <a:fld id="{D07771B2-D7F7-364E-B6F3-F7FE93606BCE}" type="slidenum">
              <a:rPr lang="en-US" smtClean="0"/>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ym typeface="+mn-ea"/>
              </a:rPr>
              <a:t>Attention-based </a:t>
            </a:r>
            <a:r>
              <a:rPr lang="en-US" dirty="0">
                <a:sym typeface="+mn-ea"/>
              </a:rPr>
              <a:t>network NLP Task</a:t>
            </a:r>
            <a:endParaRPr lang="en-US" dirty="0">
              <a:sym typeface="+mn-ea"/>
            </a:endParaRPr>
          </a:p>
        </p:txBody>
      </p:sp>
      <p:sp>
        <p:nvSpPr>
          <p:cNvPr id="3" name="Content Placeholder 2"/>
          <p:cNvSpPr>
            <a:spLocks noGrp="1"/>
          </p:cNvSpPr>
          <p:nvPr>
            <p:ph idx="1"/>
          </p:nvPr>
        </p:nvSpPr>
        <p:spPr/>
        <p:txBody>
          <a:bodyPr>
            <a:normAutofit fontScale="90000"/>
          </a:bodyPr>
          <a:lstStyle/>
          <a:p>
            <a:pPr algn="just"/>
            <a:r>
              <a:rPr lang="en-US" sz="2000" dirty="0"/>
              <a:t>Contextual Focus: Traditional neural networks treat all input tokens equally, but attention mechanisms enable the model to weigh the importance of each token differently. This means the model can focus on relevant words while ignoring less important ones, improving classification performance.</a:t>
            </a:r>
            <a:endParaRPr lang="en-US" sz="2000" dirty="0"/>
          </a:p>
          <a:p>
            <a:pPr algn="just"/>
            <a:r>
              <a:rPr lang="en-US" sz="2000" dirty="0"/>
              <a:t>Handling Long Sequences: NLP tasks often involve long sequences of text, making it challenging for models to capture dependencies between words that are far apart. Attention mechanisms allow the model to directly link words regardless of their distance, enabling better understanding of context and relationships within the text.</a:t>
            </a:r>
            <a:endParaRPr lang="en-US" sz="2000" dirty="0"/>
          </a:p>
          <a:p>
            <a:pPr algn="just"/>
            <a:r>
              <a:rPr lang="en-US" sz="2000" dirty="0"/>
              <a:t>Interpretability: Attention weights can provide insights into the model's decision-making process. By analyzing which tokens received higher attention scores, researchers can understand what influenced the model's classification, enhancing transparency.</a:t>
            </a:r>
            <a:endParaRPr lang="en-US" sz="2000" dirty="0"/>
          </a:p>
        </p:txBody>
      </p:sp>
      <p:sp>
        <p:nvSpPr>
          <p:cNvPr id="4" name="Slide Number Placeholder 3"/>
          <p:cNvSpPr>
            <a:spLocks noGrp="1"/>
          </p:cNvSpPr>
          <p:nvPr>
            <p:ph type="sldNum" sz="quarter" idx="12"/>
          </p:nvPr>
        </p:nvSpPr>
        <p:spPr/>
        <p:txBody>
          <a:bodyPr/>
          <a:lstStyle/>
          <a:p>
            <a:fld id="{D07771B2-D7F7-364E-B6F3-F7FE93606BCE}" type="slidenum">
              <a:rPr lang="en-US" smtClean="0"/>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标题 2"/>
          <p:cNvSpPr>
            <a:spLocks noGrp="1"/>
          </p:cNvSpPr>
          <p:nvPr>
            <p:ph type="title"/>
          </p:nvPr>
        </p:nvSpPr>
        <p:spPr/>
        <p:txBody>
          <a:bodyPr/>
          <a:p>
            <a:r>
              <a:rPr lang="zh-CN" altLang="en-US"/>
              <a:t>Applications in Text Classification</a:t>
            </a:r>
            <a:endParaRPr lang="zh-CN" altLang="en-US"/>
          </a:p>
        </p:txBody>
      </p:sp>
      <p:sp>
        <p:nvSpPr>
          <p:cNvPr id="4" name="内容占位符 3"/>
          <p:cNvSpPr>
            <a:spLocks noGrp="1"/>
          </p:cNvSpPr>
          <p:nvPr>
            <p:ph idx="1"/>
          </p:nvPr>
        </p:nvSpPr>
        <p:spPr/>
        <p:txBody>
          <a:bodyPr>
            <a:normAutofit/>
          </a:bodyPr>
          <a:p>
            <a:r>
              <a:rPr lang="zh-CN" altLang="en-US"/>
              <a:t>While attention-based networks offer many advantages, they also come with challenges:</a:t>
            </a:r>
            <a:endParaRPr lang="zh-CN" altLang="en-US"/>
          </a:p>
          <a:p>
            <a:pPr lvl="1"/>
            <a:r>
              <a:rPr lang="zh-CN" altLang="en-US"/>
              <a:t>Computational Complexity: Attention mechanisms can increase the computational load, especially with long sequences, since they require calculating attention weights for each pair of tokens.</a:t>
            </a:r>
            <a:endParaRPr lang="zh-CN" altLang="en-US"/>
          </a:p>
          <a:p>
            <a:pPr lvl="1"/>
            <a:r>
              <a:rPr lang="zh-CN" altLang="en-US"/>
              <a:t>Overfitting: With the ability to focus on specific tokens, there is a risk of overfitting to noise in the data if not managed properly. Regularization techniques are essential.</a:t>
            </a:r>
            <a:endParaRPr lang="zh-CN" altLang="en-US"/>
          </a:p>
        </p:txBody>
      </p:sp>
      <p:sp>
        <p:nvSpPr>
          <p:cNvPr id="2" name="灯片编号占位符 1"/>
          <p:cNvSpPr>
            <a:spLocks noGrp="1"/>
          </p:cNvSpPr>
          <p:nvPr>
            <p:ph type="sldNum" sz="quarter" idx="12"/>
          </p:nvPr>
        </p:nvSpPr>
        <p:spPr/>
        <p:txBody>
          <a:bodyPr/>
          <a:p>
            <a:fld id="{D07771B2-D7F7-364E-B6F3-F7FE93606BCE}" type="slidenum">
              <a:rPr lang="en-US" smtClean="0"/>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灯片编号占位符 1"/>
          <p:cNvSpPr>
            <a:spLocks noGrp="1"/>
          </p:cNvSpPr>
          <p:nvPr>
            <p:ph type="sldNum" sz="quarter" idx="12"/>
          </p:nvPr>
        </p:nvSpPr>
        <p:spPr/>
        <p:txBody>
          <a:bodyPr/>
          <a:p>
            <a:fld id="{D07771B2-D7F7-364E-B6F3-F7FE93606BCE}" type="slidenum">
              <a:rPr lang="en-US" smtClean="0"/>
            </a:fld>
            <a:endParaRPr lang="en-US"/>
          </a:p>
        </p:txBody>
      </p:sp>
      <p:sp>
        <p:nvSpPr>
          <p:cNvPr id="6" name="文本框 5"/>
          <p:cNvSpPr txBox="1"/>
          <p:nvPr/>
        </p:nvSpPr>
        <p:spPr>
          <a:xfrm>
            <a:off x="152400" y="209550"/>
            <a:ext cx="4110990" cy="3169285"/>
          </a:xfrm>
          <a:prstGeom prst="rect">
            <a:avLst/>
          </a:prstGeom>
          <a:noFill/>
        </p:spPr>
        <p:txBody>
          <a:bodyPr wrap="square" rtlCol="0" anchor="t">
            <a:spAutoFit/>
          </a:bodyPr>
          <a:p>
            <a:r>
              <a:rPr lang="zh-CN" altLang="en-US" sz="1000">
                <a:latin typeface="Times New Roman Regular" panose="02020503050405090304" charset="0"/>
                <a:ea typeface="微软雅黑" charset="0"/>
                <a:cs typeface="Times New Roman Regular" panose="02020503050405090304" charset="0"/>
              </a:rPr>
              <a:t>import pandas as pd</a:t>
            </a:r>
            <a:endParaRPr lang="zh-CN" altLang="en-US" sz="1000">
              <a:latin typeface="Times New Roman Regular" panose="02020503050405090304" charset="0"/>
              <a:ea typeface="微软雅黑" charset="0"/>
              <a:cs typeface="Times New Roman Regular" panose="02020503050405090304" charset="0"/>
            </a:endParaRPr>
          </a:p>
          <a:p>
            <a:r>
              <a:rPr lang="zh-CN" altLang="en-US" sz="1000">
                <a:latin typeface="Times New Roman Regular" panose="02020503050405090304" charset="0"/>
                <a:ea typeface="微软雅黑" charset="0"/>
                <a:cs typeface="Times New Roman Regular" panose="02020503050405090304" charset="0"/>
              </a:rPr>
              <a:t>import numpy as np</a:t>
            </a:r>
            <a:endParaRPr lang="zh-CN" altLang="en-US" sz="1000">
              <a:latin typeface="Times New Roman Regular" panose="02020503050405090304" charset="0"/>
              <a:ea typeface="微软雅黑" charset="0"/>
              <a:cs typeface="Times New Roman Regular" panose="02020503050405090304" charset="0"/>
            </a:endParaRPr>
          </a:p>
          <a:p>
            <a:r>
              <a:rPr lang="zh-CN" altLang="en-US" sz="1000">
                <a:latin typeface="Times New Roman Regular" panose="02020503050405090304" charset="0"/>
                <a:ea typeface="微软雅黑" charset="0"/>
                <a:cs typeface="Times New Roman Regular" panose="02020503050405090304" charset="0"/>
              </a:rPr>
              <a:t>import tensorflow as tf</a:t>
            </a:r>
            <a:endParaRPr lang="zh-CN" altLang="en-US" sz="1000">
              <a:latin typeface="Times New Roman Regular" panose="02020503050405090304" charset="0"/>
              <a:ea typeface="微软雅黑" charset="0"/>
              <a:cs typeface="Times New Roman Regular" panose="02020503050405090304" charset="0"/>
            </a:endParaRPr>
          </a:p>
          <a:p>
            <a:r>
              <a:rPr lang="zh-CN" altLang="en-US" sz="1000">
                <a:latin typeface="Times New Roman Regular" panose="02020503050405090304" charset="0"/>
                <a:ea typeface="微软雅黑" charset="0"/>
                <a:cs typeface="Times New Roman Regular" panose="02020503050405090304" charset="0"/>
              </a:rPr>
              <a:t>from sklearn.model_selection import train_test_split</a:t>
            </a:r>
            <a:endParaRPr lang="zh-CN" altLang="en-US" sz="1000">
              <a:latin typeface="Times New Roman Regular" panose="02020503050405090304" charset="0"/>
              <a:ea typeface="微软雅黑" charset="0"/>
              <a:cs typeface="Times New Roman Regular" panose="02020503050405090304" charset="0"/>
            </a:endParaRPr>
          </a:p>
          <a:p>
            <a:r>
              <a:rPr lang="zh-CN" altLang="en-US" sz="1000">
                <a:latin typeface="Times New Roman Regular" panose="02020503050405090304" charset="0"/>
                <a:ea typeface="微软雅黑" charset="0"/>
                <a:cs typeface="Times New Roman Regular" panose="02020503050405090304" charset="0"/>
              </a:rPr>
              <a:t>from sklearn.metrics import confusion_matrix, classification_report</a:t>
            </a:r>
            <a:endParaRPr lang="zh-CN" altLang="en-US" sz="1000">
              <a:latin typeface="Times New Roman Regular" panose="02020503050405090304" charset="0"/>
              <a:ea typeface="微软雅黑" charset="0"/>
              <a:cs typeface="Times New Roman Regular" panose="02020503050405090304" charset="0"/>
            </a:endParaRPr>
          </a:p>
          <a:p>
            <a:endParaRPr lang="zh-CN" altLang="en-US" sz="1000">
              <a:latin typeface="Times New Roman Regular" panose="02020503050405090304" charset="0"/>
              <a:ea typeface="微软雅黑" charset="0"/>
              <a:cs typeface="Times New Roman Regular" panose="02020503050405090304" charset="0"/>
            </a:endParaRPr>
          </a:p>
          <a:p>
            <a:r>
              <a:rPr lang="zh-CN" altLang="en-US" sz="1000">
                <a:latin typeface="Times New Roman Regular" panose="02020503050405090304" charset="0"/>
                <a:ea typeface="微软雅黑" charset="0"/>
                <a:cs typeface="Times New Roman Regular" panose="02020503050405090304" charset="0"/>
              </a:rPr>
              <a:t>data = pd.read_csv('business_data.csv')</a:t>
            </a:r>
            <a:endParaRPr lang="zh-CN" altLang="en-US" sz="1000">
              <a:latin typeface="Times New Roman Regular" panose="02020503050405090304" charset="0"/>
              <a:ea typeface="微软雅黑" charset="0"/>
              <a:cs typeface="Times New Roman Regular" panose="02020503050405090304" charset="0"/>
            </a:endParaRPr>
          </a:p>
          <a:p>
            <a:r>
              <a:rPr lang="zh-CN" altLang="en-US" sz="1000">
                <a:latin typeface="Times New Roman Regular" panose="02020503050405090304" charset="0"/>
                <a:ea typeface="微软雅黑" charset="0"/>
                <a:cs typeface="Times New Roman Regular" panose="02020503050405090304" charset="0"/>
              </a:rPr>
              <a:t>texts = data['content'].values</a:t>
            </a:r>
            <a:endParaRPr lang="zh-CN" altLang="en-US" sz="1000">
              <a:latin typeface="Times New Roman Regular" panose="02020503050405090304" charset="0"/>
              <a:ea typeface="微软雅黑" charset="0"/>
              <a:cs typeface="Times New Roman Regular" panose="02020503050405090304" charset="0"/>
            </a:endParaRPr>
          </a:p>
          <a:p>
            <a:r>
              <a:rPr lang="zh-CN" altLang="en-US" sz="1000">
                <a:latin typeface="Times New Roman Regular" panose="02020503050405090304" charset="0"/>
                <a:ea typeface="微软雅黑" charset="0"/>
                <a:cs typeface="Times New Roman Regular" panose="02020503050405090304" charset="0"/>
              </a:rPr>
              <a:t>labels = data['category'].values</a:t>
            </a:r>
            <a:endParaRPr lang="zh-CN" altLang="en-US" sz="1000">
              <a:latin typeface="Times New Roman Regular" panose="02020503050405090304" charset="0"/>
              <a:ea typeface="微软雅黑" charset="0"/>
              <a:cs typeface="Times New Roman Regular" panose="02020503050405090304" charset="0"/>
            </a:endParaRPr>
          </a:p>
          <a:p>
            <a:endParaRPr lang="zh-CN" altLang="en-US" sz="1000">
              <a:latin typeface="Times New Roman Regular" panose="02020503050405090304" charset="0"/>
              <a:ea typeface="微软雅黑" charset="0"/>
              <a:cs typeface="Times New Roman Regular" panose="02020503050405090304" charset="0"/>
            </a:endParaRPr>
          </a:p>
          <a:p>
            <a:r>
              <a:rPr lang="zh-CN" altLang="en-US" sz="1000">
                <a:latin typeface="Times New Roman Regular" panose="02020503050405090304" charset="0"/>
                <a:ea typeface="微软雅黑" charset="0"/>
                <a:cs typeface="Times New Roman Regular" panose="02020503050405090304" charset="0"/>
              </a:rPr>
              <a:t>label_mapping = {'business': 0, 'tradee': 1}</a:t>
            </a:r>
            <a:endParaRPr lang="zh-CN" altLang="en-US" sz="1000">
              <a:latin typeface="Times New Roman Regular" panose="02020503050405090304" charset="0"/>
              <a:ea typeface="微软雅黑" charset="0"/>
              <a:cs typeface="Times New Roman Regular" panose="02020503050405090304" charset="0"/>
            </a:endParaRPr>
          </a:p>
          <a:p>
            <a:r>
              <a:rPr lang="zh-CN" altLang="en-US" sz="1000">
                <a:latin typeface="Times New Roman Regular" panose="02020503050405090304" charset="0"/>
                <a:ea typeface="微软雅黑" charset="0"/>
                <a:cs typeface="Times New Roman Regular" panose="02020503050405090304" charset="0"/>
              </a:rPr>
              <a:t>labels = np.array([label_mapping[label] for label in labels])</a:t>
            </a:r>
            <a:endParaRPr lang="zh-CN" altLang="en-US" sz="1000">
              <a:latin typeface="Times New Roman Regular" panose="02020503050405090304" charset="0"/>
              <a:ea typeface="微软雅黑" charset="0"/>
              <a:cs typeface="Times New Roman Regular" panose="02020503050405090304" charset="0"/>
            </a:endParaRPr>
          </a:p>
          <a:p>
            <a:endParaRPr lang="zh-CN" altLang="en-US" sz="1000">
              <a:latin typeface="Times New Roman Regular" panose="02020503050405090304" charset="0"/>
              <a:ea typeface="微软雅黑" charset="0"/>
              <a:cs typeface="Times New Roman Regular" panose="02020503050405090304" charset="0"/>
            </a:endParaRPr>
          </a:p>
          <a:p>
            <a:r>
              <a:rPr lang="zh-CN" altLang="en-US" sz="1000">
                <a:latin typeface="Times New Roman Regular" panose="02020503050405090304" charset="0"/>
                <a:ea typeface="微软雅黑" charset="0"/>
                <a:cs typeface="Times New Roman Regular" panose="02020503050405090304" charset="0"/>
              </a:rPr>
              <a:t>X_train, X_test, y_train, y_test = train_test_split(texts, labels, test_size=0.2, random_state=42)</a:t>
            </a:r>
            <a:endParaRPr lang="zh-CN" altLang="en-US" sz="1000">
              <a:latin typeface="Times New Roman Regular" panose="02020503050405090304" charset="0"/>
              <a:ea typeface="微软雅黑" charset="0"/>
              <a:cs typeface="Times New Roman Regular" panose="02020503050405090304" charset="0"/>
            </a:endParaRPr>
          </a:p>
          <a:p>
            <a:endParaRPr lang="zh-CN" altLang="en-US" sz="1000">
              <a:latin typeface="Times New Roman Regular" panose="02020503050405090304" charset="0"/>
              <a:ea typeface="微软雅黑" charset="0"/>
              <a:cs typeface="Times New Roman Regular" panose="02020503050405090304" charset="0"/>
            </a:endParaRPr>
          </a:p>
          <a:p>
            <a:r>
              <a:rPr lang="zh-CN" altLang="en-US" sz="1000">
                <a:latin typeface="Times New Roman Regular" panose="02020503050405090304" charset="0"/>
                <a:ea typeface="微软雅黑" charset="0"/>
                <a:cs typeface="Times New Roman Regular" panose="02020503050405090304" charset="0"/>
              </a:rPr>
              <a:t>tokenizer = tf.keras.preprocessing.text.Tokenizer(num_words=5000)</a:t>
            </a:r>
            <a:endParaRPr lang="zh-CN" altLang="en-US" sz="1000">
              <a:latin typeface="Times New Roman Regular" panose="02020503050405090304" charset="0"/>
              <a:ea typeface="微软雅黑" charset="0"/>
              <a:cs typeface="Times New Roman Regular" panose="02020503050405090304" charset="0"/>
            </a:endParaRPr>
          </a:p>
          <a:p>
            <a:r>
              <a:rPr lang="zh-CN" altLang="en-US" sz="1000">
                <a:latin typeface="Times New Roman Regular" panose="02020503050405090304" charset="0"/>
                <a:ea typeface="微软雅黑" charset="0"/>
                <a:cs typeface="Times New Roman Regular" panose="02020503050405090304" charset="0"/>
              </a:rPr>
              <a:t>tokenizer.fit_on_texts(X_train)</a:t>
            </a:r>
            <a:endParaRPr lang="zh-CN" altLang="en-US" sz="1000">
              <a:latin typeface="Times New Roman Regular" panose="02020503050405090304" charset="0"/>
              <a:ea typeface="微软雅黑" charset="0"/>
              <a:cs typeface="Times New Roman Regular" panose="02020503050405090304" charset="0"/>
            </a:endParaRPr>
          </a:p>
          <a:p>
            <a:r>
              <a:rPr lang="zh-CN" altLang="en-US" sz="1000">
                <a:latin typeface="Times New Roman Regular" panose="02020503050405090304" charset="0"/>
                <a:ea typeface="微软雅黑" charset="0"/>
                <a:cs typeface="Times New Roman Regular" panose="02020503050405090304" charset="0"/>
              </a:rPr>
              <a:t>X_train_seq = tokenizer.texts_to_sequences(X_train)</a:t>
            </a:r>
            <a:endParaRPr lang="zh-CN" altLang="en-US" sz="1000">
              <a:latin typeface="Times New Roman Regular" panose="02020503050405090304" charset="0"/>
              <a:ea typeface="微软雅黑" charset="0"/>
              <a:cs typeface="Times New Roman Regular" panose="02020503050405090304" charset="0"/>
            </a:endParaRPr>
          </a:p>
          <a:p>
            <a:r>
              <a:rPr lang="zh-CN" altLang="en-US" sz="1000">
                <a:latin typeface="Times New Roman Regular" panose="02020503050405090304" charset="0"/>
                <a:ea typeface="微软雅黑" charset="0"/>
                <a:cs typeface="Times New Roman Regular" panose="02020503050405090304" charset="0"/>
              </a:rPr>
              <a:t>X_test_seq = tokenizer.texts_to_sequences(X_test)</a:t>
            </a:r>
            <a:endParaRPr lang="zh-CN" altLang="en-US" sz="1000">
              <a:latin typeface="Times New Roman Regular" panose="02020503050405090304" charset="0"/>
              <a:ea typeface="微软雅黑" charset="0"/>
              <a:cs typeface="Times New Roman Regular" panose="02020503050405090304" charset="0"/>
            </a:endParaRPr>
          </a:p>
        </p:txBody>
      </p:sp>
      <p:sp>
        <p:nvSpPr>
          <p:cNvPr id="7" name="文本框 6"/>
          <p:cNvSpPr txBox="1"/>
          <p:nvPr/>
        </p:nvSpPr>
        <p:spPr>
          <a:xfrm>
            <a:off x="4190365" y="361950"/>
            <a:ext cx="4801235" cy="3476625"/>
          </a:xfrm>
          <a:prstGeom prst="rect">
            <a:avLst/>
          </a:prstGeom>
          <a:noFill/>
        </p:spPr>
        <p:txBody>
          <a:bodyPr wrap="square" rtlCol="0" anchor="t">
            <a:spAutoFit/>
          </a:bodyPr>
          <a:p>
            <a:r>
              <a:rPr lang="zh-CN" altLang="en-US" sz="1000">
                <a:latin typeface="Times New Roman Regular" panose="02020503050405090304" charset="0"/>
                <a:cs typeface="Times New Roman Regular" panose="02020503050405090304" charset="0"/>
                <a:sym typeface="+mn-ea"/>
              </a:rPr>
              <a:t>max_length = max(len(seq) for seq in X_train_seq)</a:t>
            </a:r>
            <a:endParaRPr lang="zh-CN" altLang="en-US" sz="1000">
              <a:latin typeface="Times New Roman Regular" panose="02020503050405090304" charset="0"/>
              <a:cs typeface="Times New Roman Regular" panose="02020503050405090304" charset="0"/>
              <a:sym typeface="+mn-ea"/>
            </a:endParaRPr>
          </a:p>
          <a:p>
            <a:r>
              <a:rPr lang="zh-CN" altLang="en-US" sz="1000">
                <a:latin typeface="Times New Roman Regular" panose="02020503050405090304" charset="0"/>
                <a:cs typeface="Times New Roman Regular" panose="02020503050405090304" charset="0"/>
                <a:sym typeface="+mn-ea"/>
              </a:rPr>
              <a:t>X_train_padded = tf.keras.preprocessing.sequence.pad_sequences(X_train_seq, maxlen=max_length)</a:t>
            </a:r>
            <a:endParaRPr lang="zh-CN" altLang="en-US" sz="1000">
              <a:latin typeface="Times New Roman Regular" panose="02020503050405090304" charset="0"/>
              <a:cs typeface="Times New Roman Regular" panose="02020503050405090304" charset="0"/>
              <a:sym typeface="+mn-ea"/>
            </a:endParaRPr>
          </a:p>
          <a:p>
            <a:r>
              <a:rPr lang="zh-CN" altLang="en-US" sz="1000">
                <a:latin typeface="Times New Roman Regular" panose="02020503050405090304" charset="0"/>
                <a:cs typeface="Times New Roman Regular" panose="02020503050405090304" charset="0"/>
                <a:sym typeface="+mn-ea"/>
              </a:rPr>
              <a:t>X_test_padded = tf.keras.preprocessing.sequence.pad_sequences(X_test_seq, maxlen=max_length)</a:t>
            </a:r>
            <a:endParaRPr lang="zh-CN" altLang="en-US" sz="1000">
              <a:latin typeface="Times New Roman Regular" panose="02020503050405090304" charset="0"/>
              <a:cs typeface="Times New Roman Regular" panose="02020503050405090304" charset="0"/>
              <a:sym typeface="+mn-ea"/>
            </a:endParaRPr>
          </a:p>
          <a:p>
            <a:endParaRPr lang="zh-CN" altLang="en-US" sz="1000">
              <a:latin typeface="Times New Roman Regular" panose="02020503050405090304" charset="0"/>
              <a:cs typeface="Times New Roman Regular" panose="02020503050405090304" charset="0"/>
              <a:sym typeface="+mn-ea"/>
            </a:endParaRPr>
          </a:p>
          <a:p>
            <a:r>
              <a:rPr lang="zh-CN" altLang="en-US" sz="1000">
                <a:latin typeface="Times New Roman Regular" panose="02020503050405090304" charset="0"/>
                <a:cs typeface="Times New Roman Regular" panose="02020503050405090304" charset="0"/>
                <a:sym typeface="+mn-ea"/>
              </a:rPr>
              <a:t>inputs = tf.keras.Input(shape=(max_length,))</a:t>
            </a:r>
            <a:endParaRPr lang="zh-CN" altLang="en-US" sz="1000">
              <a:latin typeface="Times New Roman Regular" panose="02020503050405090304" charset="0"/>
              <a:cs typeface="Times New Roman Regular" panose="02020503050405090304" charset="0"/>
              <a:sym typeface="+mn-ea"/>
            </a:endParaRPr>
          </a:p>
          <a:p>
            <a:r>
              <a:rPr lang="zh-CN" altLang="en-US" sz="1000">
                <a:latin typeface="Times New Roman Regular" panose="02020503050405090304" charset="0"/>
                <a:cs typeface="Times New Roman Regular" panose="02020503050405090304" charset="0"/>
                <a:sym typeface="+mn-ea"/>
              </a:rPr>
              <a:t>embedding_layer = tf.keras.layers.Embedding(input_dim=5000, output_dim=128)(inputs)</a:t>
            </a:r>
            <a:endParaRPr lang="zh-CN" altLang="en-US" sz="1000">
              <a:latin typeface="Times New Roman Regular" panose="02020503050405090304" charset="0"/>
              <a:cs typeface="Times New Roman Regular" panose="02020503050405090304" charset="0"/>
              <a:sym typeface="+mn-ea"/>
            </a:endParaRPr>
          </a:p>
          <a:p>
            <a:r>
              <a:rPr lang="zh-CN" altLang="en-US" sz="1000">
                <a:latin typeface="Times New Roman Regular" panose="02020503050405090304" charset="0"/>
                <a:cs typeface="Times New Roman Regular" panose="02020503050405090304" charset="0"/>
                <a:sym typeface="+mn-ea"/>
              </a:rPr>
              <a:t>attention = tf.keras.layers.Attention()([embedding_layer, embedding_layer])</a:t>
            </a:r>
            <a:endParaRPr lang="zh-CN" altLang="en-US" sz="1000">
              <a:latin typeface="Times New Roman Regular" panose="02020503050405090304" charset="0"/>
              <a:cs typeface="Times New Roman Regular" panose="02020503050405090304" charset="0"/>
              <a:sym typeface="+mn-ea"/>
            </a:endParaRPr>
          </a:p>
          <a:p>
            <a:r>
              <a:rPr lang="zh-CN" altLang="en-US" sz="1000">
                <a:latin typeface="Times New Roman Regular" panose="02020503050405090304" charset="0"/>
                <a:cs typeface="Times New Roman Regular" panose="02020503050405090304" charset="0"/>
                <a:sym typeface="+mn-ea"/>
              </a:rPr>
              <a:t>flatten = tf.keras.layers.Flatten()(attention)</a:t>
            </a:r>
            <a:endParaRPr lang="zh-CN" altLang="en-US" sz="1000">
              <a:latin typeface="Times New Roman Regular" panose="02020503050405090304" charset="0"/>
              <a:cs typeface="Times New Roman Regular" panose="02020503050405090304" charset="0"/>
              <a:sym typeface="+mn-ea"/>
            </a:endParaRPr>
          </a:p>
          <a:p>
            <a:r>
              <a:rPr lang="zh-CN" altLang="en-US" sz="1000">
                <a:latin typeface="Times New Roman Regular" panose="02020503050405090304" charset="0"/>
                <a:cs typeface="Times New Roman Regular" panose="02020503050405090304" charset="0"/>
                <a:sym typeface="+mn-ea"/>
              </a:rPr>
              <a:t>outputs = tf.keras.layers.Dense(2, activation='softmax')(flatten)</a:t>
            </a:r>
            <a:endParaRPr lang="zh-CN" altLang="en-US" sz="1000">
              <a:latin typeface="Times New Roman Regular" panose="02020503050405090304" charset="0"/>
              <a:cs typeface="Times New Roman Regular" panose="02020503050405090304" charset="0"/>
              <a:sym typeface="+mn-ea"/>
            </a:endParaRPr>
          </a:p>
          <a:p>
            <a:endParaRPr lang="zh-CN" altLang="en-US" sz="1000">
              <a:latin typeface="Times New Roman Regular" panose="02020503050405090304" charset="0"/>
              <a:cs typeface="Times New Roman Regular" panose="02020503050405090304" charset="0"/>
              <a:sym typeface="+mn-ea"/>
            </a:endParaRPr>
          </a:p>
          <a:p>
            <a:r>
              <a:rPr lang="zh-CN" altLang="en-US" sz="1000">
                <a:latin typeface="Times New Roman Regular" panose="02020503050405090304" charset="0"/>
                <a:cs typeface="Times New Roman Regular" panose="02020503050405090304" charset="0"/>
                <a:sym typeface="+mn-ea"/>
              </a:rPr>
              <a:t>model = tf.keras.Model(inputs, outputs)</a:t>
            </a:r>
            <a:endParaRPr lang="zh-CN" altLang="en-US" sz="1000">
              <a:latin typeface="Times New Roman Regular" panose="02020503050405090304" charset="0"/>
              <a:cs typeface="Times New Roman Regular" panose="02020503050405090304" charset="0"/>
              <a:sym typeface="+mn-ea"/>
            </a:endParaRPr>
          </a:p>
          <a:p>
            <a:r>
              <a:rPr lang="zh-CN" altLang="en-US" sz="1000">
                <a:latin typeface="Times New Roman Regular" panose="02020503050405090304" charset="0"/>
                <a:cs typeface="Times New Roman Regular" panose="02020503050405090304" charset="0"/>
                <a:sym typeface="+mn-ea"/>
              </a:rPr>
              <a:t>model.compile(optimizer='adam', loss='sparse_categorical_crossentropy', metrics=['accuracy'])</a:t>
            </a:r>
            <a:endParaRPr lang="zh-CN" altLang="en-US" sz="1000">
              <a:latin typeface="Times New Roman Regular" panose="02020503050405090304" charset="0"/>
              <a:cs typeface="Times New Roman Regular" panose="02020503050405090304" charset="0"/>
              <a:sym typeface="+mn-ea"/>
            </a:endParaRPr>
          </a:p>
          <a:p>
            <a:endParaRPr lang="zh-CN" altLang="en-US" sz="1000">
              <a:latin typeface="Times New Roman Regular" panose="02020503050405090304" charset="0"/>
              <a:cs typeface="Times New Roman Regular" panose="02020503050405090304" charset="0"/>
              <a:sym typeface="+mn-ea"/>
            </a:endParaRPr>
          </a:p>
          <a:p>
            <a:r>
              <a:rPr lang="zh-CN" altLang="en-US" sz="1000">
                <a:latin typeface="Times New Roman Regular" panose="02020503050405090304" charset="0"/>
                <a:cs typeface="Times New Roman Regular" panose="02020503050405090304" charset="0"/>
                <a:sym typeface="+mn-ea"/>
              </a:rPr>
              <a:t>model.fit(X_train_padded, y_train, epochs=10, batch_size=64, validation_split=0.1)</a:t>
            </a:r>
            <a:endParaRPr lang="zh-CN" altLang="en-US" sz="1000">
              <a:latin typeface="Times New Roman Regular" panose="02020503050405090304" charset="0"/>
              <a:cs typeface="Times New Roman Regular" panose="02020503050405090304" charset="0"/>
              <a:sym typeface="+mn-ea"/>
            </a:endParaRPr>
          </a:p>
          <a:p>
            <a:endParaRPr lang="zh-CN" altLang="en-US" sz="1000">
              <a:latin typeface="Times New Roman Regular" panose="02020503050405090304" charset="0"/>
              <a:cs typeface="Times New Roman Regular" panose="02020503050405090304" charset="0"/>
              <a:sym typeface="+mn-ea"/>
            </a:endParaRPr>
          </a:p>
          <a:p>
            <a:r>
              <a:rPr lang="zh-CN" altLang="en-US" sz="1000">
                <a:latin typeface="Times New Roman Regular" panose="02020503050405090304" charset="0"/>
                <a:cs typeface="Times New Roman Regular" panose="02020503050405090304" charset="0"/>
                <a:sym typeface="+mn-ea"/>
              </a:rPr>
              <a:t>y_pred = np.argmax(model.predict(X_test_padded), axis=-1)</a:t>
            </a:r>
            <a:endParaRPr lang="zh-CN" altLang="en-US" sz="1000">
              <a:latin typeface="Times New Roman Regular" panose="02020503050405090304" charset="0"/>
              <a:cs typeface="Times New Roman Regular" panose="02020503050405090304" charset="0"/>
              <a:sym typeface="+mn-ea"/>
            </a:endParaRPr>
          </a:p>
          <a:p>
            <a:endParaRPr lang="zh-CN" altLang="en-US" sz="1000">
              <a:latin typeface="Times New Roman Regular" panose="02020503050405090304" charset="0"/>
              <a:cs typeface="Times New Roman Regular" panose="02020503050405090304" charset="0"/>
              <a:sym typeface="+mn-ea"/>
            </a:endParaRPr>
          </a:p>
          <a:p>
            <a:r>
              <a:rPr lang="zh-CN" altLang="en-US" sz="1000">
                <a:latin typeface="Times New Roman Regular" panose="02020503050405090304" charset="0"/>
                <a:cs typeface="Times New Roman Regular" panose="02020503050405090304" charset="0"/>
                <a:sym typeface="+mn-ea"/>
              </a:rPr>
              <a:t>cm = confusion_matrix(y_test, y_pred)</a:t>
            </a:r>
            <a:endParaRPr lang="zh-CN" altLang="en-US" sz="1000">
              <a:latin typeface="Times New Roman Regular" panose="02020503050405090304" charset="0"/>
              <a:cs typeface="Times New Roman Regular" panose="02020503050405090304" charset="0"/>
              <a:sym typeface="+mn-ea"/>
            </a:endParaRPr>
          </a:p>
          <a:p>
            <a:r>
              <a:rPr lang="zh-CN" altLang="en-US" sz="1000">
                <a:latin typeface="Times New Roman Regular" panose="02020503050405090304" charset="0"/>
                <a:cs typeface="Times New Roman Regular" panose="02020503050405090304" charset="0"/>
                <a:sym typeface="+mn-ea"/>
              </a:rPr>
              <a:t>print(classification_report(y_test, y_pred, target_names=['business', 'tradee']))</a:t>
            </a:r>
            <a:endParaRPr lang="zh-CN" altLang="en-US" sz="1000">
              <a:latin typeface="Times New Roman Regular" panose="02020503050405090304" charset="0"/>
              <a:cs typeface="Times New Roman Regular" panose="02020503050405090304" charset="0"/>
              <a:sym typeface="+mn-ea"/>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灯片编号占位符 1"/>
          <p:cNvSpPr>
            <a:spLocks noGrp="1"/>
          </p:cNvSpPr>
          <p:nvPr>
            <p:ph type="sldNum" sz="quarter" idx="12"/>
          </p:nvPr>
        </p:nvSpPr>
        <p:spPr/>
        <p:txBody>
          <a:bodyPr/>
          <a:p>
            <a:fld id="{D07771B2-D7F7-364E-B6F3-F7FE93606BCE}" type="slidenum">
              <a:rPr lang="en-US" smtClean="0"/>
            </a:fld>
            <a:endParaRPr lang="en-US"/>
          </a:p>
        </p:txBody>
      </p:sp>
      <p:sp>
        <p:nvSpPr>
          <p:cNvPr id="6" name="文本框 5"/>
          <p:cNvSpPr txBox="1"/>
          <p:nvPr/>
        </p:nvSpPr>
        <p:spPr>
          <a:xfrm>
            <a:off x="152400" y="133350"/>
            <a:ext cx="4110990" cy="4861560"/>
          </a:xfrm>
          <a:prstGeom prst="rect">
            <a:avLst/>
          </a:prstGeom>
          <a:noFill/>
        </p:spPr>
        <p:txBody>
          <a:bodyPr wrap="square" rtlCol="0" anchor="t">
            <a:spAutoFit/>
          </a:bodyPr>
          <a:p>
            <a:r>
              <a:rPr lang="zh-CN" altLang="en-US" sz="1000">
                <a:latin typeface="Times New Roman Regular" panose="02020503050405090304" charset="0"/>
                <a:ea typeface="微软雅黑" charset="0"/>
                <a:cs typeface="Times New Roman Regular" panose="02020503050405090304" charset="0"/>
              </a:rPr>
              <a:t>Epoch 1/10</a:t>
            </a:r>
            <a:endParaRPr lang="zh-CN" altLang="en-US" sz="1000">
              <a:latin typeface="Times New Roman Regular" panose="02020503050405090304" charset="0"/>
              <a:ea typeface="微软雅黑" charset="0"/>
              <a:cs typeface="Times New Roman Regular" panose="02020503050405090304" charset="0"/>
            </a:endParaRPr>
          </a:p>
          <a:p>
            <a:r>
              <a:rPr lang="zh-CN" altLang="en-US" sz="1000">
                <a:latin typeface="Times New Roman Regular" panose="02020503050405090304" charset="0"/>
                <a:ea typeface="微软雅黑" charset="0"/>
                <a:cs typeface="Times New Roman Regular" panose="02020503050405090304" charset="0"/>
              </a:rPr>
              <a:t>23/23 ━━━━━━━━━━━━━━━━━━━━ 32s 1s/step - accuracy: 0.5368 - loss: 11.2015 - val_accuracy: 0.5063 - val_loss: 5.9601</a:t>
            </a:r>
            <a:endParaRPr lang="zh-CN" altLang="en-US" sz="1000">
              <a:latin typeface="Times New Roman Regular" panose="02020503050405090304" charset="0"/>
              <a:ea typeface="微软雅黑" charset="0"/>
              <a:cs typeface="Times New Roman Regular" panose="02020503050405090304" charset="0"/>
            </a:endParaRPr>
          </a:p>
          <a:p>
            <a:r>
              <a:rPr lang="zh-CN" altLang="en-US" sz="1000">
                <a:latin typeface="Times New Roman Regular" panose="02020503050405090304" charset="0"/>
                <a:ea typeface="微软雅黑" charset="0"/>
                <a:cs typeface="Times New Roman Regular" panose="02020503050405090304" charset="0"/>
              </a:rPr>
              <a:t>Epoch 2/10</a:t>
            </a:r>
            <a:endParaRPr lang="zh-CN" altLang="en-US" sz="1000">
              <a:latin typeface="Times New Roman Regular" panose="02020503050405090304" charset="0"/>
              <a:ea typeface="微软雅黑" charset="0"/>
              <a:cs typeface="Times New Roman Regular" panose="02020503050405090304" charset="0"/>
            </a:endParaRPr>
          </a:p>
          <a:p>
            <a:r>
              <a:rPr lang="zh-CN" altLang="en-US" sz="1000">
                <a:latin typeface="Times New Roman Regular" panose="02020503050405090304" charset="0"/>
                <a:ea typeface="微软雅黑" charset="0"/>
                <a:cs typeface="Times New Roman Regular" panose="02020503050405090304" charset="0"/>
              </a:rPr>
              <a:t>23/23 ━━━━━━━━━━━━━━━━━━━━ 33s 1s/step - accuracy: 0.5003 - loss: 3.1301 - val_accuracy: 0.4938 - val_loss: 0.7118</a:t>
            </a:r>
            <a:endParaRPr lang="zh-CN" altLang="en-US" sz="1000">
              <a:latin typeface="Times New Roman Regular" panose="02020503050405090304" charset="0"/>
              <a:ea typeface="微软雅黑" charset="0"/>
              <a:cs typeface="Times New Roman Regular" panose="02020503050405090304" charset="0"/>
            </a:endParaRPr>
          </a:p>
          <a:p>
            <a:r>
              <a:rPr lang="zh-CN" altLang="en-US" sz="1000">
                <a:latin typeface="Times New Roman Regular" panose="02020503050405090304" charset="0"/>
                <a:ea typeface="微软雅黑" charset="0"/>
                <a:cs typeface="Times New Roman Regular" panose="02020503050405090304" charset="0"/>
              </a:rPr>
              <a:t>Epoch 3/10</a:t>
            </a:r>
            <a:endParaRPr lang="zh-CN" altLang="en-US" sz="1000">
              <a:latin typeface="Times New Roman Regular" panose="02020503050405090304" charset="0"/>
              <a:ea typeface="微软雅黑" charset="0"/>
              <a:cs typeface="Times New Roman Regular" panose="02020503050405090304" charset="0"/>
            </a:endParaRPr>
          </a:p>
          <a:p>
            <a:r>
              <a:rPr lang="zh-CN" altLang="en-US" sz="1000">
                <a:latin typeface="Times New Roman Regular" panose="02020503050405090304" charset="0"/>
                <a:ea typeface="微软雅黑" charset="0"/>
                <a:cs typeface="Times New Roman Regular" panose="02020503050405090304" charset="0"/>
              </a:rPr>
              <a:t>23/23 ━━━━━━━━━━━━━━━━━━━━ 31s 1s/step - accuracy: 0.4766 - loss: 0.7172 - val_accuracy: 0.5125 - val_loss: 0.6933</a:t>
            </a:r>
            <a:endParaRPr lang="zh-CN" altLang="en-US" sz="1000">
              <a:latin typeface="Times New Roman Regular" panose="02020503050405090304" charset="0"/>
              <a:ea typeface="微软雅黑" charset="0"/>
              <a:cs typeface="Times New Roman Regular" panose="02020503050405090304" charset="0"/>
            </a:endParaRPr>
          </a:p>
          <a:p>
            <a:r>
              <a:rPr lang="zh-CN" altLang="en-US" sz="1000">
                <a:latin typeface="Times New Roman Regular" panose="02020503050405090304" charset="0"/>
                <a:ea typeface="微软雅黑" charset="0"/>
                <a:cs typeface="Times New Roman Regular" panose="02020503050405090304" charset="0"/>
              </a:rPr>
              <a:t>Epoch 4/10</a:t>
            </a:r>
            <a:endParaRPr lang="zh-CN" altLang="en-US" sz="1000">
              <a:latin typeface="Times New Roman Regular" panose="02020503050405090304" charset="0"/>
              <a:ea typeface="微软雅黑" charset="0"/>
              <a:cs typeface="Times New Roman Regular" panose="02020503050405090304" charset="0"/>
            </a:endParaRPr>
          </a:p>
          <a:p>
            <a:r>
              <a:rPr lang="zh-CN" altLang="en-US" sz="1000">
                <a:latin typeface="Times New Roman Regular" panose="02020503050405090304" charset="0"/>
                <a:ea typeface="微软雅黑" charset="0"/>
                <a:cs typeface="Times New Roman Regular" panose="02020503050405090304" charset="0"/>
              </a:rPr>
              <a:t>23/23 ━━━━━━━━━━━━━━━━━━━━ 30s 1s/step - accuracy: 0.5316 - loss: 0.6988 - val_accuracy: 0.4938 - val_loss: 0.7479</a:t>
            </a:r>
            <a:endParaRPr lang="zh-CN" altLang="en-US" sz="1000">
              <a:latin typeface="Times New Roman Regular" panose="02020503050405090304" charset="0"/>
              <a:ea typeface="微软雅黑" charset="0"/>
              <a:cs typeface="Times New Roman Regular" panose="02020503050405090304" charset="0"/>
            </a:endParaRPr>
          </a:p>
          <a:p>
            <a:r>
              <a:rPr lang="zh-CN" altLang="en-US" sz="1000">
                <a:latin typeface="Times New Roman Regular" panose="02020503050405090304" charset="0"/>
                <a:ea typeface="微软雅黑" charset="0"/>
                <a:cs typeface="Times New Roman Regular" panose="02020503050405090304" charset="0"/>
              </a:rPr>
              <a:t>Epoch 5/10</a:t>
            </a:r>
            <a:endParaRPr lang="zh-CN" altLang="en-US" sz="1000">
              <a:latin typeface="Times New Roman Regular" panose="02020503050405090304" charset="0"/>
              <a:ea typeface="微软雅黑" charset="0"/>
              <a:cs typeface="Times New Roman Regular" panose="02020503050405090304" charset="0"/>
            </a:endParaRPr>
          </a:p>
          <a:p>
            <a:r>
              <a:rPr lang="zh-CN" altLang="en-US" sz="1000">
                <a:latin typeface="Times New Roman Regular" panose="02020503050405090304" charset="0"/>
                <a:ea typeface="微软雅黑" charset="0"/>
                <a:cs typeface="Times New Roman Regular" panose="02020503050405090304" charset="0"/>
              </a:rPr>
              <a:t>23/23 ━━━━━━━━━━━━━━━━━━━━ 30s 1s/step - accuracy: 0.5096 - loss: 0.7260 - val_accuracy: 0.4938 - val_loss: 0.6886</a:t>
            </a:r>
            <a:endParaRPr lang="zh-CN" altLang="en-US" sz="1000">
              <a:latin typeface="Times New Roman Regular" panose="02020503050405090304" charset="0"/>
              <a:ea typeface="微软雅黑" charset="0"/>
              <a:cs typeface="Times New Roman Regular" panose="02020503050405090304" charset="0"/>
            </a:endParaRPr>
          </a:p>
          <a:p>
            <a:r>
              <a:rPr lang="zh-CN" altLang="en-US" sz="1000">
                <a:latin typeface="Times New Roman Regular" panose="02020503050405090304" charset="0"/>
                <a:ea typeface="微软雅黑" charset="0"/>
                <a:cs typeface="Times New Roman Regular" panose="02020503050405090304" charset="0"/>
              </a:rPr>
              <a:t>Epoch 6/10</a:t>
            </a:r>
            <a:endParaRPr lang="zh-CN" altLang="en-US" sz="1000">
              <a:latin typeface="Times New Roman Regular" panose="02020503050405090304" charset="0"/>
              <a:ea typeface="微软雅黑" charset="0"/>
              <a:cs typeface="Times New Roman Regular" panose="02020503050405090304" charset="0"/>
            </a:endParaRPr>
          </a:p>
          <a:p>
            <a:r>
              <a:rPr lang="zh-CN" altLang="en-US" sz="1000">
                <a:latin typeface="Times New Roman Regular" panose="02020503050405090304" charset="0"/>
                <a:ea typeface="微软雅黑" charset="0"/>
                <a:cs typeface="Times New Roman Regular" panose="02020503050405090304" charset="0"/>
              </a:rPr>
              <a:t>23/23 ━━━━━━━━━━━━━━━━━━━━ 31s 1s/step - accuracy: 0.5435 - loss: 0.6842 - val_accuracy: 0.5188 - val_loss: 0.6696</a:t>
            </a:r>
            <a:endParaRPr lang="zh-CN" altLang="en-US" sz="1000">
              <a:latin typeface="Times New Roman Regular" panose="02020503050405090304" charset="0"/>
              <a:ea typeface="微软雅黑" charset="0"/>
              <a:cs typeface="Times New Roman Regular" panose="02020503050405090304" charset="0"/>
            </a:endParaRPr>
          </a:p>
          <a:p>
            <a:r>
              <a:rPr lang="zh-CN" altLang="en-US" sz="1000">
                <a:latin typeface="Times New Roman Regular" panose="02020503050405090304" charset="0"/>
                <a:ea typeface="微软雅黑" charset="0"/>
                <a:cs typeface="Times New Roman Regular" panose="02020503050405090304" charset="0"/>
              </a:rPr>
              <a:t>Epoch 7/10</a:t>
            </a:r>
            <a:endParaRPr lang="zh-CN" altLang="en-US" sz="1000">
              <a:latin typeface="Times New Roman Regular" panose="02020503050405090304" charset="0"/>
              <a:ea typeface="微软雅黑" charset="0"/>
              <a:cs typeface="Times New Roman Regular" panose="02020503050405090304" charset="0"/>
            </a:endParaRPr>
          </a:p>
          <a:p>
            <a:r>
              <a:rPr lang="zh-CN" altLang="en-US" sz="1000">
                <a:latin typeface="Times New Roman Regular" panose="02020503050405090304" charset="0"/>
                <a:ea typeface="微软雅黑" charset="0"/>
                <a:cs typeface="Times New Roman Regular" panose="02020503050405090304" charset="0"/>
              </a:rPr>
              <a:t>23/23 ━━━━━━━━━━━━━━━━━━━━ 31s 1s/step - accuracy: 0.6521 - loss: 0.6364 - val_accuracy: 0.6313 - val_loss: 0.5208</a:t>
            </a:r>
            <a:endParaRPr lang="zh-CN" altLang="en-US" sz="1000">
              <a:latin typeface="Times New Roman Regular" panose="02020503050405090304" charset="0"/>
              <a:ea typeface="微软雅黑" charset="0"/>
              <a:cs typeface="Times New Roman Regular" panose="02020503050405090304" charset="0"/>
            </a:endParaRPr>
          </a:p>
          <a:p>
            <a:r>
              <a:rPr lang="zh-CN" altLang="en-US" sz="1000">
                <a:latin typeface="Times New Roman Regular" panose="02020503050405090304" charset="0"/>
                <a:ea typeface="微软雅黑" charset="0"/>
                <a:cs typeface="Times New Roman Regular" panose="02020503050405090304" charset="0"/>
              </a:rPr>
              <a:t>Epoch 8/10</a:t>
            </a:r>
            <a:endParaRPr lang="zh-CN" altLang="en-US" sz="1000">
              <a:latin typeface="Times New Roman Regular" panose="02020503050405090304" charset="0"/>
              <a:ea typeface="微软雅黑" charset="0"/>
              <a:cs typeface="Times New Roman Regular" panose="02020503050405090304" charset="0"/>
            </a:endParaRPr>
          </a:p>
          <a:p>
            <a:r>
              <a:rPr lang="zh-CN" altLang="en-US" sz="1000">
                <a:latin typeface="Times New Roman Regular" panose="02020503050405090304" charset="0"/>
                <a:ea typeface="微软雅黑" charset="0"/>
                <a:cs typeface="Times New Roman Regular" panose="02020503050405090304" charset="0"/>
              </a:rPr>
              <a:t>23/23 ━━━━━━━━━━━━━━━━━━━━ 31s 1s/step - accuracy: 0.7423 - loss: 0.5306 - val_accuracy: 0.7437 - val_loss: 0.5132</a:t>
            </a:r>
            <a:endParaRPr lang="zh-CN" altLang="en-US" sz="1000">
              <a:latin typeface="Times New Roman Regular" panose="02020503050405090304" charset="0"/>
              <a:ea typeface="微软雅黑" charset="0"/>
              <a:cs typeface="Times New Roman Regular" panose="02020503050405090304" charset="0"/>
            </a:endParaRPr>
          </a:p>
          <a:p>
            <a:r>
              <a:rPr lang="zh-CN" altLang="en-US" sz="1000">
                <a:latin typeface="Times New Roman Regular" panose="02020503050405090304" charset="0"/>
                <a:ea typeface="微软雅黑" charset="0"/>
                <a:cs typeface="Times New Roman Regular" panose="02020503050405090304" charset="0"/>
              </a:rPr>
              <a:t>Epoch 9/10</a:t>
            </a:r>
            <a:endParaRPr lang="zh-CN" altLang="en-US" sz="1000">
              <a:latin typeface="Times New Roman Regular" panose="02020503050405090304" charset="0"/>
              <a:ea typeface="微软雅黑" charset="0"/>
              <a:cs typeface="Times New Roman Regular" panose="02020503050405090304" charset="0"/>
            </a:endParaRPr>
          </a:p>
          <a:p>
            <a:r>
              <a:rPr lang="zh-CN" altLang="en-US" sz="1000">
                <a:latin typeface="Times New Roman Regular" panose="02020503050405090304" charset="0"/>
                <a:ea typeface="微软雅黑" charset="0"/>
                <a:cs typeface="Times New Roman Regular" panose="02020503050405090304" charset="0"/>
              </a:rPr>
              <a:t>23/23 ━━━━━━━━━━━━━━━━━━━━ 30s 1s/step - accuracy: 0.7455 - loss: 0.5071 - val_accuracy: 0.7625 - val_loss: 0.5040</a:t>
            </a:r>
            <a:endParaRPr lang="zh-CN" altLang="en-US" sz="1000">
              <a:latin typeface="Times New Roman Regular" panose="02020503050405090304" charset="0"/>
              <a:ea typeface="微软雅黑" charset="0"/>
              <a:cs typeface="Times New Roman Regular" panose="02020503050405090304" charset="0"/>
            </a:endParaRPr>
          </a:p>
          <a:p>
            <a:r>
              <a:rPr lang="zh-CN" altLang="en-US" sz="1000">
                <a:latin typeface="Times New Roman Regular" panose="02020503050405090304" charset="0"/>
                <a:ea typeface="微软雅黑" charset="0"/>
                <a:cs typeface="Times New Roman Regular" panose="02020503050405090304" charset="0"/>
              </a:rPr>
              <a:t>Epoch 10/10</a:t>
            </a:r>
            <a:endParaRPr lang="zh-CN" altLang="en-US" sz="1000">
              <a:latin typeface="Times New Roman Regular" panose="02020503050405090304" charset="0"/>
              <a:ea typeface="微软雅黑" charset="0"/>
              <a:cs typeface="Times New Roman Regular" panose="02020503050405090304" charset="0"/>
            </a:endParaRPr>
          </a:p>
          <a:p>
            <a:r>
              <a:rPr lang="zh-CN" altLang="en-US" sz="1000">
                <a:latin typeface="Times New Roman Regular" panose="02020503050405090304" charset="0"/>
                <a:ea typeface="微软雅黑" charset="0"/>
                <a:cs typeface="Times New Roman Regular" panose="02020503050405090304" charset="0"/>
              </a:rPr>
              <a:t>23/23 ━━━━━━━━━━━━━━━━━━━━ 27s 1s/step - accuracy: 0.7368 - loss: 0.5052 - val_accuracy: 0.7937 - val_loss: 0.4843</a:t>
            </a:r>
            <a:endParaRPr lang="zh-CN" altLang="en-US" sz="1000">
              <a:latin typeface="Times New Roman Regular" panose="02020503050405090304" charset="0"/>
              <a:ea typeface="微软雅黑" charset="0"/>
              <a:cs typeface="Times New Roman Regular" panose="02020503050405090304" charset="0"/>
            </a:endParaRPr>
          </a:p>
          <a:p>
            <a:r>
              <a:rPr lang="zh-CN" altLang="en-US" sz="1000">
                <a:latin typeface="Times New Roman Regular" panose="02020503050405090304" charset="0"/>
                <a:ea typeface="微软雅黑" charset="0"/>
                <a:cs typeface="Times New Roman Regular" panose="02020503050405090304" charset="0"/>
              </a:rPr>
              <a:t>13/13 ━━━━━━━━━━━━━━━━━━━━ 3s 201ms/step</a:t>
            </a:r>
            <a:endParaRPr lang="zh-CN" altLang="en-US" sz="1000">
              <a:latin typeface="Times New Roman Regular" panose="02020503050405090304" charset="0"/>
              <a:ea typeface="微软雅黑" charset="0"/>
              <a:cs typeface="Times New Roman Regular" panose="02020503050405090304" charset="0"/>
            </a:endParaRPr>
          </a:p>
        </p:txBody>
      </p:sp>
      <p:sp>
        <p:nvSpPr>
          <p:cNvPr id="7" name="文本框 6"/>
          <p:cNvSpPr txBox="1"/>
          <p:nvPr/>
        </p:nvSpPr>
        <p:spPr>
          <a:xfrm>
            <a:off x="4190365" y="361950"/>
            <a:ext cx="4801235" cy="1322070"/>
          </a:xfrm>
          <a:prstGeom prst="rect">
            <a:avLst/>
          </a:prstGeom>
          <a:noFill/>
        </p:spPr>
        <p:txBody>
          <a:bodyPr wrap="square" rtlCol="0" anchor="t">
            <a:spAutoFit/>
          </a:bodyPr>
          <a:p>
            <a:r>
              <a:rPr lang="zh-CN" altLang="en-US" sz="1000">
                <a:latin typeface="Times New Roman Regular" panose="02020503050405090304" charset="0"/>
                <a:cs typeface="Times New Roman Regular" panose="02020503050405090304" charset="0"/>
                <a:sym typeface="+mn-ea"/>
              </a:rPr>
              <a:t>              precision    recall  f1-score   support</a:t>
            </a:r>
            <a:endParaRPr lang="zh-CN" altLang="en-US" sz="1000">
              <a:latin typeface="Times New Roman Regular" panose="02020503050405090304" charset="0"/>
              <a:cs typeface="Times New Roman Regular" panose="02020503050405090304" charset="0"/>
              <a:sym typeface="+mn-ea"/>
            </a:endParaRPr>
          </a:p>
          <a:p>
            <a:endParaRPr lang="zh-CN" altLang="en-US" sz="1000">
              <a:latin typeface="Times New Roman Regular" panose="02020503050405090304" charset="0"/>
              <a:cs typeface="Times New Roman Regular" panose="02020503050405090304" charset="0"/>
              <a:sym typeface="+mn-ea"/>
            </a:endParaRPr>
          </a:p>
          <a:p>
            <a:r>
              <a:rPr lang="zh-CN" altLang="en-US" sz="1000">
                <a:latin typeface="Times New Roman Regular" panose="02020503050405090304" charset="0"/>
                <a:cs typeface="Times New Roman Regular" panose="02020503050405090304" charset="0"/>
                <a:sym typeface="+mn-ea"/>
              </a:rPr>
              <a:t>    business       0.80      0.63      0.71       199</a:t>
            </a:r>
            <a:endParaRPr lang="zh-CN" altLang="en-US" sz="1000">
              <a:latin typeface="Times New Roman Regular" panose="02020503050405090304" charset="0"/>
              <a:cs typeface="Times New Roman Regular" panose="02020503050405090304" charset="0"/>
              <a:sym typeface="+mn-ea"/>
            </a:endParaRPr>
          </a:p>
          <a:p>
            <a:r>
              <a:rPr lang="zh-CN" altLang="en-US" sz="1000">
                <a:latin typeface="Times New Roman Regular" panose="02020503050405090304" charset="0"/>
                <a:cs typeface="Times New Roman Regular" panose="02020503050405090304" charset="0"/>
                <a:sym typeface="+mn-ea"/>
              </a:rPr>
              <a:t>      tradee       0.70      0.84      0.76       201</a:t>
            </a:r>
            <a:endParaRPr lang="zh-CN" altLang="en-US" sz="1000">
              <a:latin typeface="Times New Roman Regular" panose="02020503050405090304" charset="0"/>
              <a:cs typeface="Times New Roman Regular" panose="02020503050405090304" charset="0"/>
              <a:sym typeface="+mn-ea"/>
            </a:endParaRPr>
          </a:p>
          <a:p>
            <a:endParaRPr lang="zh-CN" altLang="en-US" sz="1000">
              <a:latin typeface="Times New Roman Regular" panose="02020503050405090304" charset="0"/>
              <a:cs typeface="Times New Roman Regular" panose="02020503050405090304" charset="0"/>
              <a:sym typeface="+mn-ea"/>
            </a:endParaRPr>
          </a:p>
          <a:p>
            <a:r>
              <a:rPr lang="zh-CN" altLang="en-US" sz="1000">
                <a:latin typeface="Times New Roman Regular" panose="02020503050405090304" charset="0"/>
                <a:cs typeface="Times New Roman Regular" panose="02020503050405090304" charset="0"/>
                <a:sym typeface="+mn-ea"/>
              </a:rPr>
              <a:t>    accuracy                           0.74       400</a:t>
            </a:r>
            <a:endParaRPr lang="zh-CN" altLang="en-US" sz="1000">
              <a:latin typeface="Times New Roman Regular" panose="02020503050405090304" charset="0"/>
              <a:cs typeface="Times New Roman Regular" panose="02020503050405090304" charset="0"/>
              <a:sym typeface="+mn-ea"/>
            </a:endParaRPr>
          </a:p>
          <a:p>
            <a:r>
              <a:rPr lang="zh-CN" altLang="en-US" sz="1000">
                <a:latin typeface="Times New Roman Regular" panose="02020503050405090304" charset="0"/>
                <a:cs typeface="Times New Roman Regular" panose="02020503050405090304" charset="0"/>
                <a:sym typeface="+mn-ea"/>
              </a:rPr>
              <a:t>   macro avg       0.75      0.74      0.73       400</a:t>
            </a:r>
            <a:endParaRPr lang="zh-CN" altLang="en-US" sz="1000">
              <a:latin typeface="Times New Roman Regular" panose="02020503050405090304" charset="0"/>
              <a:cs typeface="Times New Roman Regular" panose="02020503050405090304" charset="0"/>
              <a:sym typeface="+mn-ea"/>
            </a:endParaRPr>
          </a:p>
          <a:p>
            <a:r>
              <a:rPr lang="zh-CN" altLang="en-US" sz="1000">
                <a:latin typeface="Times New Roman Regular" panose="02020503050405090304" charset="0"/>
                <a:cs typeface="Times New Roman Regular" panose="02020503050405090304" charset="0"/>
                <a:sym typeface="+mn-ea"/>
              </a:rPr>
              <a:t>weighted avg       0.75      0.74      0.73       400</a:t>
            </a:r>
            <a:endParaRPr lang="zh-CN" altLang="en-US" sz="1000">
              <a:latin typeface="Times New Roman Regular" panose="02020503050405090304" charset="0"/>
              <a:cs typeface="Times New Roman Regular" panose="02020503050405090304" charset="0"/>
              <a:sym typeface="+mn-ea"/>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标题 2"/>
          <p:cNvSpPr>
            <a:spLocks noGrp="1"/>
          </p:cNvSpPr>
          <p:nvPr>
            <p:ph type="title"/>
          </p:nvPr>
        </p:nvSpPr>
        <p:spPr/>
        <p:txBody>
          <a:bodyPr/>
          <a:p>
            <a:r>
              <a:rPr lang="en-US" altLang="zh-CN"/>
              <a:t>Exercises 1</a:t>
            </a:r>
            <a:endParaRPr lang="en-US" altLang="zh-CN"/>
          </a:p>
        </p:txBody>
      </p:sp>
      <p:sp>
        <p:nvSpPr>
          <p:cNvPr id="4" name="内容占位符 3"/>
          <p:cNvSpPr>
            <a:spLocks noGrp="1"/>
          </p:cNvSpPr>
          <p:nvPr>
            <p:ph idx="1"/>
          </p:nvPr>
        </p:nvSpPr>
        <p:spPr/>
        <p:txBody>
          <a:bodyPr/>
          <a:p>
            <a:r>
              <a:rPr lang="zh-CN" altLang="en-US"/>
              <a:t>Please use CNN neural network to process the three datasets prepared in the first week and obtain the classification model and results for each dataset.</a:t>
            </a:r>
            <a:endParaRPr lang="zh-CN" altLang="en-US"/>
          </a:p>
        </p:txBody>
      </p:sp>
      <p:sp>
        <p:nvSpPr>
          <p:cNvPr id="2" name="灯片编号占位符 1"/>
          <p:cNvSpPr>
            <a:spLocks noGrp="1"/>
          </p:cNvSpPr>
          <p:nvPr>
            <p:ph type="sldNum" sz="quarter" idx="12"/>
          </p:nvPr>
        </p:nvSpPr>
        <p:spPr/>
        <p:txBody>
          <a:bodyPr/>
          <a:p>
            <a:fld id="{D07771B2-D7F7-364E-B6F3-F7FE93606BCE}" type="slidenum">
              <a:rPr lang="en-US" smtClean="0"/>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标题 2"/>
          <p:cNvSpPr>
            <a:spLocks noGrp="1"/>
          </p:cNvSpPr>
          <p:nvPr>
            <p:ph type="title"/>
          </p:nvPr>
        </p:nvSpPr>
        <p:spPr/>
        <p:txBody>
          <a:bodyPr/>
          <a:p>
            <a:r>
              <a:rPr lang="en-US" altLang="zh-CN"/>
              <a:t>Exercises 2</a:t>
            </a:r>
            <a:endParaRPr lang="en-US" altLang="zh-CN"/>
          </a:p>
        </p:txBody>
      </p:sp>
      <p:sp>
        <p:nvSpPr>
          <p:cNvPr id="4" name="内容占位符 3"/>
          <p:cNvSpPr>
            <a:spLocks noGrp="1"/>
          </p:cNvSpPr>
          <p:nvPr>
            <p:ph idx="1"/>
          </p:nvPr>
        </p:nvSpPr>
        <p:spPr/>
        <p:txBody>
          <a:bodyPr/>
          <a:p>
            <a:r>
              <a:rPr lang="zh-CN" altLang="en-US">
                <a:sym typeface="+mn-ea"/>
              </a:rPr>
              <a:t>Please use </a:t>
            </a:r>
            <a:r>
              <a:rPr lang="en-US" altLang="zh-CN">
                <a:sym typeface="+mn-ea"/>
              </a:rPr>
              <a:t>LSTM</a:t>
            </a:r>
            <a:r>
              <a:rPr lang="zh-CN" altLang="en-US">
                <a:sym typeface="+mn-ea"/>
              </a:rPr>
              <a:t> neural network to process the three datasets prepared in the first week and obtain the classification model and results for each dataset.</a:t>
            </a:r>
            <a:endParaRPr lang="zh-CN" altLang="en-US"/>
          </a:p>
          <a:p>
            <a:endParaRPr lang="zh-CN" altLang="en-US"/>
          </a:p>
        </p:txBody>
      </p:sp>
      <p:sp>
        <p:nvSpPr>
          <p:cNvPr id="2" name="灯片编号占位符 1"/>
          <p:cNvSpPr>
            <a:spLocks noGrp="1"/>
          </p:cNvSpPr>
          <p:nvPr>
            <p:ph type="sldNum" sz="quarter" idx="12"/>
          </p:nvPr>
        </p:nvSpPr>
        <p:spPr/>
        <p:txBody>
          <a:bodyPr/>
          <a:p>
            <a:fld id="{D07771B2-D7F7-364E-B6F3-F7FE93606BCE}" type="slidenum">
              <a:rPr lang="en-US" smtClean="0"/>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9" name="Picture 18"/>
          <p:cNvPicPr>
            <a:picLocks noChangeAspect="1"/>
          </p:cNvPicPr>
          <p:nvPr/>
        </p:nvPicPr>
        <p:blipFill rotWithShape="1">
          <a:blip r:embed="rId1">
            <a:extLst>
              <a:ext uri="{28A0092B-C50C-407E-A947-70E740481C1C}">
                <a14:useLocalDpi xmlns:a14="http://schemas.microsoft.com/office/drawing/2010/main" val="0"/>
              </a:ext>
            </a:extLst>
          </a:blip>
          <a:srcRect b="24119"/>
          <a:stretch>
            <a:fillRect/>
          </a:stretch>
        </p:blipFill>
        <p:spPr>
          <a:xfrm>
            <a:off x="0" y="6350"/>
            <a:ext cx="9144000" cy="2514601"/>
          </a:xfrm>
          <a:prstGeom prst="rect">
            <a:avLst/>
          </a:prstGeom>
        </p:spPr>
      </p:pic>
      <p:pic>
        <p:nvPicPr>
          <p:cNvPr id="22" name="Picture 21"/>
          <p:cNvPicPr>
            <a:picLocks noChangeAspect="1"/>
          </p:cNvPicPr>
          <p:nvPr/>
        </p:nvPicPr>
        <p:blipFill>
          <a:blip r:embed="rId2"/>
          <a:stretch>
            <a:fillRect/>
          </a:stretch>
        </p:blipFill>
        <p:spPr>
          <a:xfrm>
            <a:off x="4196802" y="3970977"/>
            <a:ext cx="1317415" cy="281800"/>
          </a:xfrm>
          <a:prstGeom prst="rect">
            <a:avLst/>
          </a:prstGeom>
        </p:spPr>
      </p:pic>
      <p:sp>
        <p:nvSpPr>
          <p:cNvPr id="34" name="Rectangle 33"/>
          <p:cNvSpPr/>
          <p:nvPr/>
        </p:nvSpPr>
        <p:spPr>
          <a:xfrm>
            <a:off x="3236667" y="2234122"/>
            <a:ext cx="2662167" cy="644978"/>
          </a:xfrm>
          <a:prstGeom prst="rect">
            <a:avLst/>
          </a:prstGeom>
          <a:solidFill>
            <a:srgbClr val="000544"/>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sz="1800"/>
          </a:p>
        </p:txBody>
      </p:sp>
      <p:sp>
        <p:nvSpPr>
          <p:cNvPr id="18" name="Title 1"/>
          <p:cNvSpPr txBox="1"/>
          <p:nvPr/>
        </p:nvSpPr>
        <p:spPr>
          <a:xfrm>
            <a:off x="2386013" y="2123817"/>
            <a:ext cx="4371975" cy="826889"/>
          </a:xfrm>
          <a:prstGeom prst="rect">
            <a:avLst/>
          </a:prstGeom>
        </p:spPr>
        <p:txBody>
          <a:bodyPr vert="horz" lIns="51435" tIns="25718" rIns="51435" bIns="25718" rtlCol="0" anchor="ctr">
            <a:no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r>
              <a:rPr lang="en-US" sz="3375" b="1" cap="all" dirty="0">
                <a:solidFill>
                  <a:schemeClr val="bg1"/>
                </a:solidFill>
                <a:latin typeface="Calibri"/>
                <a:cs typeface="Calibri"/>
              </a:rPr>
              <a:t>THANK YOU</a:t>
            </a:r>
            <a:endParaRPr lang="en-US" sz="3375" b="1" cap="all" spc="169" dirty="0">
              <a:solidFill>
                <a:schemeClr val="bg1"/>
              </a:solidFill>
              <a:latin typeface="Calibri"/>
              <a:cs typeface="Calibri"/>
            </a:endParaRPr>
          </a:p>
        </p:txBody>
      </p:sp>
      <p:sp>
        <p:nvSpPr>
          <p:cNvPr id="25" name="Subtitle 2"/>
          <p:cNvSpPr txBox="1"/>
          <p:nvPr/>
        </p:nvSpPr>
        <p:spPr>
          <a:xfrm>
            <a:off x="3382213" y="3364089"/>
            <a:ext cx="2370179" cy="533751"/>
          </a:xfrm>
          <a:prstGeom prst="rect">
            <a:avLst/>
          </a:prstGeom>
        </p:spPr>
        <p:txBody>
          <a:bodyPr vert="horz" lIns="51435" tIns="25718" rIns="51435" bIns="25718" rtlCol="0">
            <a:noAutofit/>
          </a:bodyPr>
          <a:lstStyle>
            <a:lvl1pPr marL="342900" indent="-342900" algn="l" defTabSz="457200" rtl="0" eaLnBrk="1" latinLnBrk="0" hangingPunct="1">
              <a:spcBef>
                <a:spcPct val="20000"/>
              </a:spcBef>
              <a:buFont typeface="Arial" panose="020B0604020202090204"/>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panose="020B0604020202090204"/>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panose="020B0604020202090204"/>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panose="020B0604020202090204"/>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panose="020B0604020202090204"/>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panose="020B0604020202090204"/>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panose="020B0604020202090204"/>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panose="020B0604020202090204"/>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panose="020B0604020202090204"/>
              <a:buChar char="•"/>
              <a:defRPr sz="2000" kern="1200">
                <a:solidFill>
                  <a:schemeClr val="tx1"/>
                </a:solidFill>
                <a:latin typeface="+mn-lt"/>
                <a:ea typeface="+mn-ea"/>
                <a:cs typeface="+mn-cs"/>
              </a:defRPr>
            </a:lvl9pPr>
          </a:lstStyle>
          <a:p>
            <a:pPr marL="0" indent="0">
              <a:lnSpc>
                <a:spcPts val="1520"/>
              </a:lnSpc>
              <a:spcBef>
                <a:spcPts val="0"/>
              </a:spcBef>
              <a:buNone/>
            </a:pPr>
            <a:r>
              <a:rPr lang="en-US" sz="1350" b="1" cap="all" dirty="0">
                <a:solidFill>
                  <a:srgbClr val="000044"/>
                </a:solidFill>
                <a:cs typeface="DIN-Regular"/>
              </a:rPr>
              <a:t>Visit us</a:t>
            </a:r>
            <a:endParaRPr lang="en-US" sz="1350" b="1" cap="all" dirty="0">
              <a:solidFill>
                <a:srgbClr val="000044"/>
              </a:solidFill>
              <a:cs typeface="DIN-Regular"/>
            </a:endParaRPr>
          </a:p>
        </p:txBody>
      </p:sp>
      <p:pic>
        <p:nvPicPr>
          <p:cNvPr id="26" name="Picture 2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828217" y="3214135"/>
            <a:ext cx="553997" cy="553997"/>
          </a:xfrm>
          <a:prstGeom prst="rect">
            <a:avLst/>
          </a:prstGeom>
        </p:spPr>
      </p:pic>
      <p:sp>
        <p:nvSpPr>
          <p:cNvPr id="29" name="Rectangle 28"/>
          <p:cNvSpPr/>
          <p:nvPr/>
        </p:nvSpPr>
        <p:spPr>
          <a:xfrm>
            <a:off x="3439931" y="3254853"/>
            <a:ext cx="162000" cy="36450"/>
          </a:xfrm>
          <a:prstGeom prst="rect">
            <a:avLst/>
          </a:prstGeom>
          <a:solidFill>
            <a:srgbClr val="BA55A0"/>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sz="1800"/>
          </a:p>
        </p:txBody>
      </p:sp>
      <p:sp>
        <p:nvSpPr>
          <p:cNvPr id="33" name="Subtitle 2"/>
          <p:cNvSpPr txBox="1"/>
          <p:nvPr/>
        </p:nvSpPr>
        <p:spPr>
          <a:xfrm>
            <a:off x="5740581" y="3360007"/>
            <a:ext cx="2370179" cy="533751"/>
          </a:xfrm>
          <a:prstGeom prst="rect">
            <a:avLst/>
          </a:prstGeom>
        </p:spPr>
        <p:txBody>
          <a:bodyPr vert="horz" lIns="51435" tIns="25718" rIns="51435" bIns="25718" rtlCol="0">
            <a:noAutofit/>
          </a:bodyPr>
          <a:lstStyle>
            <a:lvl1pPr marL="342900" indent="-342900" algn="l" defTabSz="457200" rtl="0" eaLnBrk="1" latinLnBrk="0" hangingPunct="1">
              <a:spcBef>
                <a:spcPct val="20000"/>
              </a:spcBef>
              <a:buFont typeface="Arial" panose="020B0604020202090204"/>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panose="020B0604020202090204"/>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panose="020B0604020202090204"/>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panose="020B0604020202090204"/>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panose="020B0604020202090204"/>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panose="020B0604020202090204"/>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panose="020B0604020202090204"/>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panose="020B0604020202090204"/>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panose="020B0604020202090204"/>
              <a:buChar char="•"/>
              <a:defRPr sz="2000" kern="1200">
                <a:solidFill>
                  <a:schemeClr val="tx1"/>
                </a:solidFill>
                <a:latin typeface="+mn-lt"/>
                <a:ea typeface="+mn-ea"/>
                <a:cs typeface="+mn-cs"/>
              </a:defRPr>
            </a:lvl9pPr>
          </a:lstStyle>
          <a:p>
            <a:pPr marL="0" indent="0">
              <a:lnSpc>
                <a:spcPts val="1520"/>
              </a:lnSpc>
              <a:spcBef>
                <a:spcPts val="0"/>
              </a:spcBef>
              <a:buNone/>
            </a:pPr>
            <a:r>
              <a:rPr lang="en-US" sz="1350" b="1" cap="all" dirty="0">
                <a:solidFill>
                  <a:srgbClr val="000044"/>
                </a:solidFill>
                <a:cs typeface="DIN-Regular"/>
              </a:rPr>
              <a:t>FOLLOW us</a:t>
            </a:r>
            <a:endParaRPr lang="en-US" sz="1350" b="1" cap="all" dirty="0">
              <a:solidFill>
                <a:srgbClr val="000044"/>
              </a:solidFill>
              <a:cs typeface="DIN-Regular"/>
            </a:endParaRPr>
          </a:p>
        </p:txBody>
      </p:sp>
      <p:sp>
        <p:nvSpPr>
          <p:cNvPr id="35" name="Rectangle 34"/>
          <p:cNvSpPr/>
          <p:nvPr/>
        </p:nvSpPr>
        <p:spPr>
          <a:xfrm>
            <a:off x="5798299" y="3254853"/>
            <a:ext cx="162000" cy="36450"/>
          </a:xfrm>
          <a:prstGeom prst="rect">
            <a:avLst/>
          </a:prstGeom>
          <a:solidFill>
            <a:srgbClr val="BA55A0"/>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sz="1800"/>
          </a:p>
        </p:txBody>
      </p:sp>
      <p:grpSp>
        <p:nvGrpSpPr>
          <p:cNvPr id="36" name="Group 35"/>
          <p:cNvGrpSpPr/>
          <p:nvPr/>
        </p:nvGrpSpPr>
        <p:grpSpPr>
          <a:xfrm>
            <a:off x="5162170" y="3214138"/>
            <a:ext cx="583358" cy="548171"/>
            <a:chOff x="7496912" y="3906329"/>
            <a:chExt cx="1093174" cy="1027237"/>
          </a:xfrm>
        </p:grpSpPr>
        <p:pic>
          <p:nvPicPr>
            <p:cNvPr id="37" name="Picture 36"/>
            <p:cNvPicPr>
              <a:picLocks noChangeAspect="1"/>
            </p:cNvPicPr>
            <p:nvPr/>
          </p:nvPicPr>
          <p:blipFill rotWithShape="1">
            <a:blip r:embed="rId4">
              <a:extLst>
                <a:ext uri="{28A0092B-C50C-407E-A947-70E740481C1C}">
                  <a14:useLocalDpi xmlns:a14="http://schemas.microsoft.com/office/drawing/2010/main" val="0"/>
                </a:ext>
              </a:extLst>
            </a:blip>
            <a:srcRect r="51558" b="75832"/>
            <a:stretch>
              <a:fillRect/>
            </a:stretch>
          </p:blipFill>
          <p:spPr>
            <a:xfrm>
              <a:off x="7496912" y="3906329"/>
              <a:ext cx="1093174" cy="531499"/>
            </a:xfrm>
            <a:prstGeom prst="rect">
              <a:avLst/>
            </a:prstGeom>
          </p:spPr>
        </p:pic>
        <p:pic>
          <p:nvPicPr>
            <p:cNvPr id="38" name="Picture 37"/>
            <p:cNvPicPr>
              <a:picLocks noChangeAspect="1"/>
            </p:cNvPicPr>
            <p:nvPr/>
          </p:nvPicPr>
          <p:blipFill rotWithShape="1">
            <a:blip r:embed="rId4">
              <a:extLst>
                <a:ext uri="{28A0092B-C50C-407E-A947-70E740481C1C}">
                  <a14:useLocalDpi xmlns:a14="http://schemas.microsoft.com/office/drawing/2010/main" val="0"/>
                </a:ext>
              </a:extLst>
            </a:blip>
            <a:srcRect l="48522" t="-22" r="27371" b="76543"/>
            <a:stretch>
              <a:fillRect/>
            </a:stretch>
          </p:blipFill>
          <p:spPr>
            <a:xfrm>
              <a:off x="7505704" y="4441198"/>
              <a:ext cx="518747" cy="492368"/>
            </a:xfrm>
            <a:prstGeom prst="rect">
              <a:avLst/>
            </a:prstGeom>
          </p:spPr>
        </p:pic>
        <p:pic>
          <p:nvPicPr>
            <p:cNvPr id="40" name="Picture 39"/>
            <p:cNvPicPr>
              <a:picLocks noChangeAspect="1"/>
            </p:cNvPicPr>
            <p:nvPr/>
          </p:nvPicPr>
          <p:blipFill rotWithShape="1">
            <a:blip r:embed="rId4">
              <a:extLst>
                <a:ext uri="{28A0092B-C50C-407E-A947-70E740481C1C}">
                  <a14:useLocalDpi xmlns:a14="http://schemas.microsoft.com/office/drawing/2010/main" val="0"/>
                </a:ext>
              </a:extLst>
            </a:blip>
            <a:srcRect l="25036" t="23779" r="51266" b="51483"/>
            <a:stretch>
              <a:fillRect/>
            </a:stretch>
          </p:blipFill>
          <p:spPr>
            <a:xfrm>
              <a:off x="8078919" y="4414820"/>
              <a:ext cx="509954" cy="518746"/>
            </a:xfrm>
            <a:prstGeom prst="rect">
              <a:avLst/>
            </a:prstGeom>
          </p:spPr>
        </p:pic>
      </p:grpSp>
      <p:sp>
        <p:nvSpPr>
          <p:cNvPr id="41" name="Subtitle 2"/>
          <p:cNvSpPr txBox="1"/>
          <p:nvPr/>
        </p:nvSpPr>
        <p:spPr>
          <a:xfrm>
            <a:off x="3385249" y="3548399"/>
            <a:ext cx="2370179" cy="533751"/>
          </a:xfrm>
          <a:prstGeom prst="rect">
            <a:avLst/>
          </a:prstGeom>
        </p:spPr>
        <p:txBody>
          <a:bodyPr vert="horz" lIns="51435" tIns="25718" rIns="51435" bIns="25718" rtlCol="0">
            <a:noAutofit/>
          </a:bodyPr>
          <a:lstStyle>
            <a:lvl1pPr marL="342900" indent="-342900" algn="l" defTabSz="457200" rtl="0" eaLnBrk="1" latinLnBrk="0" hangingPunct="1">
              <a:spcBef>
                <a:spcPct val="20000"/>
              </a:spcBef>
              <a:buFont typeface="Arial" panose="020B0604020202090204"/>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panose="020B0604020202090204"/>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panose="020B0604020202090204"/>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panose="020B0604020202090204"/>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panose="020B0604020202090204"/>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panose="020B0604020202090204"/>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panose="020B0604020202090204"/>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panose="020B0604020202090204"/>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panose="020B0604020202090204"/>
              <a:buChar char="•"/>
              <a:defRPr sz="2000" kern="1200">
                <a:solidFill>
                  <a:schemeClr val="tx1"/>
                </a:solidFill>
                <a:latin typeface="+mn-lt"/>
                <a:ea typeface="+mn-ea"/>
                <a:cs typeface="+mn-cs"/>
              </a:defRPr>
            </a:lvl9pPr>
          </a:lstStyle>
          <a:p>
            <a:pPr marL="0" indent="0">
              <a:lnSpc>
                <a:spcPts val="1520"/>
              </a:lnSpc>
              <a:spcBef>
                <a:spcPts val="0"/>
              </a:spcBef>
              <a:buNone/>
            </a:pPr>
            <a:r>
              <a:rPr lang="en-US" sz="675" b="1" cap="all" dirty="0">
                <a:solidFill>
                  <a:srgbClr val="FFFF00"/>
                </a:solidFill>
                <a:cs typeface="DIN-Regular"/>
                <a:hlinkClick r:id="rId5"/>
              </a:rPr>
              <a:t>www.xjtlu.edu.cn</a:t>
            </a:r>
            <a:endParaRPr lang="en-US" sz="620" b="1" cap="all" dirty="0">
              <a:solidFill>
                <a:srgbClr val="FFFF00"/>
              </a:solidFill>
              <a:cs typeface="DIN-Regular"/>
            </a:endParaRPr>
          </a:p>
        </p:txBody>
      </p:sp>
    </p:spTree>
  </p:cSld>
  <p:clrMapOvr>
    <a:masterClrMapping/>
  </p:clrMapOvr>
  <mc:AlternateContent xmlns:mc="http://schemas.openxmlformats.org/markup-compatibility/2006">
    <mc:Choice xmlns:p14="http://schemas.microsoft.com/office/powerpoint/2010/main" Requires="p14">
      <p:transition spd="slow" p14:dur="2000" advTm="16009"/>
    </mc:Choice>
    <mc:Fallback>
      <p:transition spd="slow" advTm="16009"/>
    </mc:Fallback>
  </mc:AlternateContent>
</p:sld>
</file>

<file path=ppt/tags/tag1.xml><?xml version="1.0" encoding="utf-8"?>
<p:tagLst xmlns:p="http://schemas.openxmlformats.org/presentationml/2006/main">
  <p:tag name="KSO_WM_BEAUTIFY_FLAG" val=""/>
</p:tagLst>
</file>

<file path=ppt/theme/theme1.xml><?xml version="1.0" encoding="utf-8"?>
<a:theme xmlns:a="http://schemas.openxmlformats.org/drawingml/2006/main" name="Retrospect">
  <a:themeElements>
    <a:clrScheme name="Retrospect">
      <a:dk1>
        <a:srgbClr val="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Retrospect">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Default Theme">
  <a:themeElements>
    <a:clrScheme name="灰度">
      <a:dk1>
        <a:sysClr val="windowText" lastClr="000000"/>
      </a:dk1>
      <a:lt1>
        <a:sysClr val="window" lastClr="FFFFFF"/>
      </a:lt1>
      <a:dk2>
        <a:srgbClr val="000000"/>
      </a:dk2>
      <a:lt2>
        <a:srgbClr val="F8F8F8"/>
      </a:lt2>
      <a:accent1>
        <a:srgbClr val="DDDDDD"/>
      </a:accent1>
      <a:accent2>
        <a:srgbClr val="B2B2B2"/>
      </a:accent2>
      <a:accent3>
        <a:srgbClr val="969696"/>
      </a:accent3>
      <a:accent4>
        <a:srgbClr val="808080"/>
      </a:accent4>
      <a:accent5>
        <a:srgbClr val="5F5F5F"/>
      </a:accent5>
      <a:accent6>
        <a:srgbClr val="4D4D4D"/>
      </a:accent6>
      <a:hlink>
        <a:srgbClr val="5F5F5F"/>
      </a:hlink>
      <a:folHlink>
        <a:srgbClr val="919191"/>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17700</Words>
  <Application>WPS 表格</Application>
  <PresentationFormat>On-screen Show (16:9)</PresentationFormat>
  <Paragraphs>369</Paragraphs>
  <Slides>22</Slides>
  <Notes>2</Notes>
  <HiddenSlides>0</HiddenSlides>
  <MMClips>0</MMClips>
  <ScaleCrop>false</ScaleCrop>
  <HeadingPairs>
    <vt:vector size="6" baseType="variant">
      <vt:variant>
        <vt:lpstr>已用的字体</vt:lpstr>
      </vt:variant>
      <vt:variant>
        <vt:i4>27</vt:i4>
      </vt:variant>
      <vt:variant>
        <vt:lpstr>主题</vt:lpstr>
      </vt:variant>
      <vt:variant>
        <vt:i4>2</vt:i4>
      </vt:variant>
      <vt:variant>
        <vt:lpstr>幻灯片标题</vt:lpstr>
      </vt:variant>
      <vt:variant>
        <vt:i4>22</vt:i4>
      </vt:variant>
    </vt:vector>
  </HeadingPairs>
  <TitlesOfParts>
    <vt:vector size="51" baseType="lpstr">
      <vt:lpstr>Arial</vt:lpstr>
      <vt:lpstr>宋体</vt:lpstr>
      <vt:lpstr>Wingdings</vt:lpstr>
      <vt:lpstr>Lucida Sans</vt:lpstr>
      <vt:lpstr>苹方-简</vt:lpstr>
      <vt:lpstr>MS PGothic</vt:lpstr>
      <vt:lpstr>Calibri</vt:lpstr>
      <vt:lpstr>Helvetica Neue</vt:lpstr>
      <vt:lpstr>Helvetica Neue UltraLight</vt:lpstr>
      <vt:lpstr>Times New Roman</vt:lpstr>
      <vt:lpstr>Arial</vt:lpstr>
      <vt:lpstr>Times New Roman Regular</vt:lpstr>
      <vt:lpstr>MS PGothic</vt:lpstr>
      <vt:lpstr>冬青黑体简体中文</vt:lpstr>
      <vt:lpstr>Tahoma</vt:lpstr>
      <vt:lpstr>DIN-Regular</vt:lpstr>
      <vt:lpstr>Thonburi</vt:lpstr>
      <vt:lpstr>Calibri</vt:lpstr>
      <vt:lpstr>微软雅黑</vt:lpstr>
      <vt:lpstr>汉仪旗黑</vt:lpstr>
      <vt:lpstr>宋体</vt:lpstr>
      <vt:lpstr>Arial Unicode MS</vt:lpstr>
      <vt:lpstr>Calibri Light</vt:lpstr>
      <vt:lpstr>汉仪书宋二KW</vt:lpstr>
      <vt:lpstr>DIN-Regular</vt:lpstr>
      <vt:lpstr>微软雅黑</vt:lpstr>
      <vt:lpstr>宋体-简</vt:lpstr>
      <vt:lpstr>Retrospect</vt:lpstr>
      <vt:lpstr>Default Theme</vt:lpstr>
      <vt:lpstr>Natural Language Processing DTS305TC</vt:lpstr>
      <vt:lpstr>Lab 5 Document Classification</vt:lpstr>
      <vt:lpstr>Overview</vt:lpstr>
      <vt:lpstr>Overview</vt:lpstr>
      <vt:lpstr>PowerPoint 演示文稿</vt:lpstr>
      <vt:lpstr>Types of CNN in NLP</vt:lpstr>
      <vt:lpstr>PowerPoint 演示文稿</vt:lpstr>
      <vt:lpstr>PowerPoint 演示文稿</vt:lpstr>
      <vt:lpstr>Convolutional Neural Networks (CNNs)</vt:lpstr>
      <vt:lpstr>Recurrent Neural Networks</vt:lpstr>
      <vt:lpstr>Recurrent Neural Networks</vt:lpstr>
      <vt:lpstr>Recurrent Neural Networks</vt:lpstr>
      <vt:lpstr>PowerPoint 演示文稿</vt:lpstr>
      <vt:lpstr>PowerPoint 演示文稿</vt:lpstr>
      <vt:lpstr>Recurrent Neural Networks</vt:lpstr>
      <vt:lpstr>Attention-based network</vt:lpstr>
      <vt:lpstr>PowerPoint 演示文稿</vt:lpstr>
      <vt:lpstr>PowerPoint 演示文稿</vt:lpstr>
      <vt:lpstr>PowerPoint 演示文稿</vt:lpstr>
      <vt:lpstr>PowerPoint 演示文稿</vt:lpstr>
      <vt:lpstr>Exercises 1</vt:lpstr>
      <vt:lpstr>PowerPoint 演示文稿</vt:lpstr>
    </vt:vector>
  </TitlesOfParts>
  <Company>Stanford University</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Information Extraction</dc:title>
  <dc:creator>Christopher Manning</dc:creator>
  <cp:lastModifiedBy>华康</cp:lastModifiedBy>
  <cp:revision>522</cp:revision>
  <cp:lastPrinted>2024-09-24T11:38:23Z</cp:lastPrinted>
  <dcterms:created xsi:type="dcterms:W3CDTF">2024-09-24T11:38:23Z</dcterms:created>
  <dcterms:modified xsi:type="dcterms:W3CDTF">2024-09-24T11:38:23Z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7F674F714E0CF6726805D0666F15DC9A_42</vt:lpwstr>
  </property>
  <property fmtid="{D5CDD505-2E9C-101B-9397-08002B2CF9AE}" pid="3" name="KSOProductBuildVer">
    <vt:lpwstr>2052-6.7.1.8828</vt:lpwstr>
  </property>
</Properties>
</file>